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160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900" r:id="rId5"/>
    <p:sldMasterId id="214748390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y="5143500" cx="9144000"/>
  <p:notesSz cx="6858000" cy="9144000"/>
  <p:embeddedFontLst>
    <p:embeddedFont>
      <p:font typeface="Roboto Thin"/>
      <p:regular r:id="rId48"/>
      <p:bold r:id="rId49"/>
      <p:italic r:id="rId50"/>
      <p:boldItalic r:id="rId51"/>
    </p:embeddedFont>
    <p:embeddedFont>
      <p:font typeface="Roboto"/>
      <p:regular r:id="rId52"/>
      <p:bold r:id="rId53"/>
      <p:italic r:id="rId54"/>
      <p:boldItalic r:id="rId55"/>
    </p:embeddedFont>
    <p:embeddedFont>
      <p:font typeface="Roboto Medium"/>
      <p:regular r:id="rId56"/>
      <p:bold r:id="rId57"/>
      <p:italic r:id="rId58"/>
      <p:boldItalic r:id="rId59"/>
    </p:embeddedFont>
    <p:embeddedFont>
      <p:font typeface="Inconsolata"/>
      <p:regular r:id="rId60"/>
      <p:bold r:id="rId61"/>
    </p:embeddedFont>
    <p:embeddedFont>
      <p:font typeface="Oswald Light"/>
      <p:regular r:id="rId62"/>
      <p:bold r:id="rId63"/>
    </p:embeddedFont>
    <p:embeddedFont>
      <p:font typeface="Roboto Light"/>
      <p:regular r:id="rId64"/>
      <p:bold r:id="rId65"/>
      <p:italic r:id="rId66"/>
      <p:boldItalic r:id="rId67"/>
    </p:embeddedFont>
    <p:embeddedFont>
      <p:font typeface="Oswald"/>
      <p:regular r:id="rId68"/>
      <p:bold r:id="rId6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4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64ED30-28BB-4776-9575-D63E7293FD90}">
  <a:tblStyle styleId="{8A64ED30-28BB-4776-9575-D63E7293FD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48" Type="http://schemas.openxmlformats.org/officeDocument/2006/relationships/font" Target="fonts/RobotoThin-regular.fntdata"/><Relationship Id="rId47" Type="http://schemas.openxmlformats.org/officeDocument/2006/relationships/slide" Target="slides/slide40.xml"/><Relationship Id="rId49" Type="http://schemas.openxmlformats.org/officeDocument/2006/relationships/font" Target="fonts/RobotoThin-bold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62" Type="http://schemas.openxmlformats.org/officeDocument/2006/relationships/font" Target="fonts/OswaldLight-regular.fntdata"/><Relationship Id="rId61" Type="http://schemas.openxmlformats.org/officeDocument/2006/relationships/font" Target="fonts/Inconsolata-bold.fntdata"/><Relationship Id="rId64" Type="http://schemas.openxmlformats.org/officeDocument/2006/relationships/font" Target="fonts/RobotoLight-regular.fntdata"/><Relationship Id="rId63" Type="http://schemas.openxmlformats.org/officeDocument/2006/relationships/font" Target="fonts/OswaldLight-bold.fntdata"/><Relationship Id="rId66" Type="http://schemas.openxmlformats.org/officeDocument/2006/relationships/font" Target="fonts/RobotoLight-italic.fntdata"/><Relationship Id="rId65" Type="http://schemas.openxmlformats.org/officeDocument/2006/relationships/font" Target="fonts/RobotoLight-bold.fntdata"/><Relationship Id="rId68" Type="http://schemas.openxmlformats.org/officeDocument/2006/relationships/font" Target="fonts/Oswald-regular.fntdata"/><Relationship Id="rId67" Type="http://schemas.openxmlformats.org/officeDocument/2006/relationships/font" Target="fonts/RobotoLight-boldItalic.fntdata"/><Relationship Id="rId60" Type="http://schemas.openxmlformats.org/officeDocument/2006/relationships/font" Target="fonts/Inconsolata-regular.fntdata"/><Relationship Id="rId69" Type="http://schemas.openxmlformats.org/officeDocument/2006/relationships/font" Target="fonts/Oswald-bold.fntdata"/><Relationship Id="rId51" Type="http://schemas.openxmlformats.org/officeDocument/2006/relationships/font" Target="fonts/RobotoThin-boldItalic.fntdata"/><Relationship Id="rId50" Type="http://schemas.openxmlformats.org/officeDocument/2006/relationships/font" Target="fonts/RobotoThin-italic.fntdata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55" Type="http://schemas.openxmlformats.org/officeDocument/2006/relationships/font" Target="fonts/Roboto-boldItalic.fntdata"/><Relationship Id="rId54" Type="http://schemas.openxmlformats.org/officeDocument/2006/relationships/font" Target="fonts/Roboto-italic.fntdata"/><Relationship Id="rId57" Type="http://schemas.openxmlformats.org/officeDocument/2006/relationships/font" Target="fonts/RobotoMedium-bold.fntdata"/><Relationship Id="rId56" Type="http://schemas.openxmlformats.org/officeDocument/2006/relationships/font" Target="fonts/RobotoMedium-regular.fntdata"/><Relationship Id="rId59" Type="http://schemas.openxmlformats.org/officeDocument/2006/relationships/font" Target="fonts/RobotoMedium-boldItalic.fntdata"/><Relationship Id="rId58" Type="http://schemas.openxmlformats.org/officeDocument/2006/relationships/font" Target="fonts/Roboto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5" name="Google Shape;2335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g2fb925c7b0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2" name="Google Shape;2342;g2fb925c7b0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7" name="Google Shape;2367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9" name="Shape 2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0" name="Google Shape;2370;g312693c97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1" name="Google Shape;2371;g312693c97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3" name="Shape 2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Google Shape;2374;g312693c97d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5" name="Google Shape;2375;g312693c97d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7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8" name="Google Shape;2408;g30a878d6c8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9" name="Google Shape;2409;g30a878d6c8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g312ceca1a8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5" name="Google Shape;2415;g312ceca1a8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2" name="Google Shape;2422;g312ceca1a8f_0_1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3" name="Google Shape;2423;g312ceca1a8f_0_1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6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g312ceca1a8f_0_1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8" name="Google Shape;2428;g312ceca1a8f_0_1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g30b45a0dcde_0_16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8" name="Google Shape;2438;g30b45a0dcde_0_16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4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g30b45a0dcde_0_16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6" name="Google Shape;2446;g30b45a0dcde_0_16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8" name="Shape 2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9" name="Google Shape;2449;g30b45a0dcde_0_16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0" name="Google Shape;2450;g30b45a0dcde_0_16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g312284f47d1_0_22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4" name="Google Shape;2454;g312284f47d1_0_22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g312ceca1a8f_0_2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0" name="Google Shape;2460;g312ceca1a8f_0_2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shutterstock_167974337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4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g312ceca1a8f_0_3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6" name="Google Shape;2466;g312ceca1a8f_0_3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shutterstock_1171657165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Google Shape;2477;g312ceca1a8f_0_4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8" name="Google Shape;2478;g312ceca1a8f_0_4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g312693c97d5_1_2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8" name="Google Shape;2488;g312693c97d5_1_2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g312ceca1a8f_0_5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3" name="Google Shape;2493;g312ceca1a8f_0_5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5" name="Shape 2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6" name="Google Shape;2516;g312ceca1a8f_0_5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7" name="Google Shape;2517;g312ceca1a8f_0_5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3" name="Shape 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4" name="Google Shape;2524;g312693c97d5_1_4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5" name="Google Shape;2525;g312693c97d5_1_4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Google Shape;2532;g312693c97d5_1_4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3" name="Google Shape;2533;g312693c97d5_1_4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5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Google Shape;2536;g312693c97d5_1_4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7" name="Google Shape;2537;g312693c97d5_1_4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9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g312ceca1a8f_0_6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1" name="Google Shape;2541;g312ceca1a8f_0_6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3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" name="Google Shape;2544;g312ceca1a8f_0_6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5" name="Google Shape;2545;g312ceca1a8f_0_6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9" name="Shape 2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0" name="Google Shape;2550;g3132f40dc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1" name="Google Shape;2551;g3132f40dc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g3132f40dc1a_0_2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7" name="Google Shape;2557;g3132f40dc1a_0_2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0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g3132f40dc1a_0_2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2" name="Google Shape;2562;g3132f40dc1a_0_2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8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" name="Google Shape;2569;g3132f40dc1a_0_2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0" name="Google Shape;2570;g3132f40dc1a_0_2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2" name="Shape 2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3" name="Google Shape;2573;g3132f40dc1a_0_2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4" name="Google Shape;2574;g3132f40dc1a_0_2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6" name="Shape 2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Google Shape;2577;g3132f40dc1a_0_2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8" name="Google Shape;2578;g3132f40dc1a_0_2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4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Google Shape;2585;g3132f40dc1a_0_3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6" name="Google Shape;2586;g3132f40dc1a_0_3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8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g3132f40dc1a_0_3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0" name="Google Shape;2590;g3132f40dc1a_0_3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2" name="Shape 2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3" name="Google Shape;2593;g3123099a929_0_9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4" name="Google Shape;2594;g3123099a929_0_9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6" name="Shape 2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7" name="Google Shape;2597;g3132f40dc1a_0_2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8" name="Google Shape;2598;g3132f40dc1a_0_2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2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g3132f40dc1a_0_2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4" name="Google Shape;2624;g3132f40dc1a_0_2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2" name="Google Shape;2632;g3132f40dc1a_0_4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3" name="Google Shape;2633;g3132f40dc1a_0_4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0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g3132f40dc1a_0_3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2" name="Google Shape;2642;g3132f40dc1a_0_3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5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6" name="Google Shape;2646;g3132f40dc1a_0_5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7" name="Google Shape;2647;g3132f40dc1a_0_5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9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0" name="Google Shape;2650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1" name="Google Shape;2651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4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6" name="Google Shape;2656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6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17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8.pn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6.png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5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4.png"/><Relationship Id="rId6" Type="http://schemas.openxmlformats.org/officeDocument/2006/relationships/image" Target="../media/image47.png"/><Relationship Id="rId7" Type="http://schemas.openxmlformats.org/officeDocument/2006/relationships/image" Target="../media/image46.pn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17.pn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9.png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0.pn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0.pn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6.png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5.png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2.png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0.png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1.png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8.png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4.png"/><Relationship Id="rId3" Type="http://schemas.openxmlformats.org/officeDocument/2006/relationships/image" Target="../media/image73.png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17.png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3.png"/><Relationship Id="rId3" Type="http://schemas.openxmlformats.org/officeDocument/2006/relationships/image" Target="../media/image67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7.png"/><Relationship Id="rId3" Type="http://schemas.openxmlformats.org/officeDocument/2006/relationships/image" Target="../media/image82.png"/><Relationship Id="rId4" Type="http://schemas.openxmlformats.org/officeDocument/2006/relationships/image" Target="../media/image107.png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3.png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3.png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7.png"/><Relationship Id="rId3" Type="http://schemas.openxmlformats.org/officeDocument/2006/relationships/image" Target="../media/image105.png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3.png"/><Relationship Id="rId3" Type="http://schemas.openxmlformats.org/officeDocument/2006/relationships/image" Target="../media/image94.png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3.png"/><Relationship Id="rId3" Type="http://schemas.openxmlformats.org/officeDocument/2006/relationships/image" Target="../media/image88.png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3.png"/><Relationship Id="rId3" Type="http://schemas.openxmlformats.org/officeDocument/2006/relationships/image" Target="../media/image106.png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3.png"/><Relationship Id="rId3" Type="http://schemas.openxmlformats.org/officeDocument/2006/relationships/image" Target="../media/image96.png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9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5" name="Google Shape;345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0" name="Google Shape;350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1" name="Google Shape;351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3" name="Google Shape;353;p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5" name="Google Shape;355;p52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Only">
  <p:cSld name="CUSTOM_2_7_2_6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8" name="Google Shape;358;p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9" name="Google Shape;359;p5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" name="Google Shape;360;p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1" name="Google Shape;361;p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5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3" name="Google Shape;363;p53"/>
          <p:cNvSpPr txBox="1"/>
          <p:nvPr>
            <p:ph idx="3" type="body"/>
          </p:nvPr>
        </p:nvSpPr>
        <p:spPr>
          <a:xfrm>
            <a:off x="175" y="1284250"/>
            <a:ext cx="9144000" cy="34074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6" name="Google Shape;366;p5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5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55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2" name="Google Shape;372;p55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3" name="Google Shape;373;p55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55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5" name="Google Shape;375;p55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55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5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8" name="Google Shape;378;p55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79" name="Google Shape;379;p55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55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2" name="Google Shape;382;p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5" name="Google Shape;385;p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6" name="Google Shape;386;p56"/>
          <p:cNvSpPr txBox="1"/>
          <p:nvPr>
            <p:ph idx="2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7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7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0" name="Google Shape;390;p57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1" name="Google Shape;391;p57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7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3" name="Google Shape;393;p57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57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6" name="Google Shape;396;p57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97" name="Google Shape;397;p57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57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5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0" name="Google Shape;400;p5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5  1 1">
  <p:cSld name="CUSTOM_21_1_2_1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2" name="Google Shape;402;p5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03" name="Google Shape;403;p58"/>
          <p:cNvSpPr/>
          <p:nvPr/>
        </p:nvSpPr>
        <p:spPr>
          <a:xfrm>
            <a:off x="953325" y="20072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8"/>
          <p:cNvSpPr/>
          <p:nvPr/>
        </p:nvSpPr>
        <p:spPr>
          <a:xfrm>
            <a:off x="953325" y="26496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8"/>
          <p:cNvSpPr/>
          <p:nvPr/>
        </p:nvSpPr>
        <p:spPr>
          <a:xfrm>
            <a:off x="953325" y="3343150"/>
            <a:ext cx="7517100" cy="61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58"/>
          <p:cNvSpPr/>
          <p:nvPr/>
        </p:nvSpPr>
        <p:spPr>
          <a:xfrm>
            <a:off x="953325" y="42082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58"/>
          <p:cNvSpPr/>
          <p:nvPr/>
        </p:nvSpPr>
        <p:spPr>
          <a:xfrm>
            <a:off x="953325" y="13654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8"/>
          <p:cNvSpPr/>
          <p:nvPr/>
        </p:nvSpPr>
        <p:spPr>
          <a:xfrm>
            <a:off x="802850" y="13360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09" name="Google Shape;409;p58"/>
          <p:cNvSpPr/>
          <p:nvPr/>
        </p:nvSpPr>
        <p:spPr>
          <a:xfrm>
            <a:off x="802850" y="1977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0" name="Google Shape;410;p58"/>
          <p:cNvSpPr/>
          <p:nvPr/>
        </p:nvSpPr>
        <p:spPr>
          <a:xfrm>
            <a:off x="802850" y="26202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1" name="Google Shape;411;p58"/>
          <p:cNvSpPr/>
          <p:nvPr/>
        </p:nvSpPr>
        <p:spPr>
          <a:xfrm>
            <a:off x="802850" y="34142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2" name="Google Shape;412;p58"/>
          <p:cNvSpPr/>
          <p:nvPr/>
        </p:nvSpPr>
        <p:spPr>
          <a:xfrm>
            <a:off x="802850" y="41649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5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3" name="Google Shape;413;p58"/>
          <p:cNvSpPr txBox="1"/>
          <p:nvPr>
            <p:ph idx="1" type="subTitle"/>
          </p:nvPr>
        </p:nvSpPr>
        <p:spPr>
          <a:xfrm>
            <a:off x="1224625" y="13577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58"/>
          <p:cNvSpPr txBox="1"/>
          <p:nvPr>
            <p:ph idx="2" type="subTitle"/>
          </p:nvPr>
        </p:nvSpPr>
        <p:spPr>
          <a:xfrm>
            <a:off x="1224625" y="20222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5" name="Google Shape;415;p58"/>
          <p:cNvSpPr txBox="1"/>
          <p:nvPr>
            <p:ph idx="3" type="subTitle"/>
          </p:nvPr>
        </p:nvSpPr>
        <p:spPr>
          <a:xfrm>
            <a:off x="1224625" y="26643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6" name="Google Shape;416;p58"/>
          <p:cNvSpPr txBox="1"/>
          <p:nvPr>
            <p:ph idx="4" type="subTitle"/>
          </p:nvPr>
        </p:nvSpPr>
        <p:spPr>
          <a:xfrm>
            <a:off x="1224625" y="3343150"/>
            <a:ext cx="7110300" cy="558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7" name="Google Shape;417;p58"/>
          <p:cNvSpPr txBox="1"/>
          <p:nvPr>
            <p:ph idx="5" type="subTitle"/>
          </p:nvPr>
        </p:nvSpPr>
        <p:spPr>
          <a:xfrm>
            <a:off x="1224625" y="42309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8" name="Google Shape;418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9" name="Google Shape;419;p58"/>
          <p:cNvSpPr txBox="1"/>
          <p:nvPr>
            <p:ph type="title"/>
          </p:nvPr>
        </p:nvSpPr>
        <p:spPr>
          <a:xfrm>
            <a:off x="6225" y="130125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0" name="Google Shape;420;p58"/>
          <p:cNvSpPr txBox="1"/>
          <p:nvPr>
            <p:ph idx="6" type="title"/>
          </p:nvPr>
        </p:nvSpPr>
        <p:spPr>
          <a:xfrm>
            <a:off x="18525" y="478650"/>
            <a:ext cx="91440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58"/>
          <p:cNvSpPr/>
          <p:nvPr/>
        </p:nvSpPr>
        <p:spPr>
          <a:xfrm>
            <a:off x="176163" y="229038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2" name="Google Shape;422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4076" y="266951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Transition Slide">
  <p:cSld name="CUSTOM_17_2_1_2_3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9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9"/>
          <p:cNvSpPr txBox="1"/>
          <p:nvPr>
            <p:ph type="title"/>
          </p:nvPr>
        </p:nvSpPr>
        <p:spPr>
          <a:xfrm>
            <a:off x="237100" y="2088475"/>
            <a:ext cx="8595300" cy="7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6" name="Google Shape;426;p59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59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">
  <p:cSld name="CUSTOM_2_1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30" name="Google Shape;430;p6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2" name="Google Shape;432;p6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3" name="Google Shape;433;p6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. Numbered 1–3">
  <p:cSld name="CUSTOM_2_7_1_5_2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1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36" name="Google Shape;436;p61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437" name="Google Shape;437;p61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6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9" name="Google Shape;439;p61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" name="Google Shape;440;p61"/>
          <p:cNvSpPr/>
          <p:nvPr/>
        </p:nvSpPr>
        <p:spPr>
          <a:xfrm flipH="1">
            <a:off x="724275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61"/>
          <p:cNvSpPr txBox="1"/>
          <p:nvPr>
            <p:ph idx="2" type="subTitle"/>
          </p:nvPr>
        </p:nvSpPr>
        <p:spPr>
          <a:xfrm>
            <a:off x="724275" y="1937825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42" name="Google Shape;442;p61"/>
          <p:cNvGrpSpPr/>
          <p:nvPr/>
        </p:nvGrpSpPr>
        <p:grpSpPr>
          <a:xfrm>
            <a:off x="457181" y="1345103"/>
            <a:ext cx="533372" cy="533480"/>
            <a:chOff x="457200" y="1378813"/>
            <a:chExt cx="695400" cy="695450"/>
          </a:xfrm>
        </p:grpSpPr>
        <p:sp>
          <p:nvSpPr>
            <p:cNvPr id="443" name="Google Shape;443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sz="2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44" name="Google Shape;444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5" name="Google Shape;445;p61"/>
          <p:cNvGrpSpPr/>
          <p:nvPr/>
        </p:nvGrpSpPr>
        <p:grpSpPr>
          <a:xfrm>
            <a:off x="3228956" y="1345103"/>
            <a:ext cx="533372" cy="533480"/>
            <a:chOff x="457200" y="1378813"/>
            <a:chExt cx="695400" cy="695450"/>
          </a:xfrm>
        </p:grpSpPr>
        <p:sp>
          <p:nvSpPr>
            <p:cNvPr id="446" name="Google Shape;446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47" name="Google Shape;447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448" name="Google Shape;448;p61"/>
          <p:cNvSpPr/>
          <p:nvPr/>
        </p:nvSpPr>
        <p:spPr>
          <a:xfrm flipH="1">
            <a:off x="3496050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61"/>
          <p:cNvSpPr txBox="1"/>
          <p:nvPr>
            <p:ph idx="3" type="subTitle"/>
          </p:nvPr>
        </p:nvSpPr>
        <p:spPr>
          <a:xfrm>
            <a:off x="3496050" y="193783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50" name="Google Shape;450;p61"/>
          <p:cNvGrpSpPr/>
          <p:nvPr/>
        </p:nvGrpSpPr>
        <p:grpSpPr>
          <a:xfrm>
            <a:off x="6134081" y="1345853"/>
            <a:ext cx="533372" cy="533480"/>
            <a:chOff x="457200" y="1378813"/>
            <a:chExt cx="695400" cy="695450"/>
          </a:xfrm>
        </p:grpSpPr>
        <p:sp>
          <p:nvSpPr>
            <p:cNvPr id="451" name="Google Shape;451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2" name="Google Shape;452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453" name="Google Shape;453;p61"/>
          <p:cNvSpPr/>
          <p:nvPr/>
        </p:nvSpPr>
        <p:spPr>
          <a:xfrm flipH="1">
            <a:off x="6401175" y="193852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61"/>
          <p:cNvSpPr txBox="1"/>
          <p:nvPr>
            <p:ph idx="4" type="subTitle"/>
          </p:nvPr>
        </p:nvSpPr>
        <p:spPr>
          <a:xfrm>
            <a:off x="6401175" y="193858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55" name="Google Shape;455;p61"/>
          <p:cNvSpPr txBox="1"/>
          <p:nvPr>
            <p:ph idx="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2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58" name="Google Shape;458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6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6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">
  <p:cSld name="CUSTOM_6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3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63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4" name="Google Shape;464;p63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5" name="Google Shape;465;p63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">
  <p:cSld name="CUSTOM_4_1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4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8" name="Google Shape;468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64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64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">
  <p:cSld name="CUSTOM_2_2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3" name="Google Shape;473;p6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5" name="Google Shape;475;p6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6" name="Google Shape;476;p6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">
  <p:cSld name="CUSTOM_2_3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9" name="Google Shape;479;p6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6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6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27_1_1">
    <p:bg>
      <p:bgPr>
        <a:solidFill>
          <a:srgbClr val="FFFFFF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67"/>
          <p:cNvGrpSpPr/>
          <p:nvPr/>
        </p:nvGrpSpPr>
        <p:grpSpPr>
          <a:xfrm>
            <a:off x="511772" y="1190428"/>
            <a:ext cx="533372" cy="533480"/>
            <a:chOff x="457200" y="1378813"/>
            <a:chExt cx="695400" cy="695450"/>
          </a:xfrm>
        </p:grpSpPr>
        <p:sp>
          <p:nvSpPr>
            <p:cNvPr id="485" name="Google Shape;485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86" name="Google Shape;486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7" name="Google Shape;487;p67"/>
          <p:cNvGrpSpPr/>
          <p:nvPr/>
        </p:nvGrpSpPr>
        <p:grpSpPr>
          <a:xfrm>
            <a:off x="3283547" y="1190428"/>
            <a:ext cx="533372" cy="533480"/>
            <a:chOff x="457200" y="1378813"/>
            <a:chExt cx="695400" cy="695450"/>
          </a:xfrm>
        </p:grpSpPr>
        <p:sp>
          <p:nvSpPr>
            <p:cNvPr id="488" name="Google Shape;488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89" name="Google Shape;489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0" name="Google Shape;490;p67"/>
          <p:cNvGrpSpPr/>
          <p:nvPr/>
        </p:nvGrpSpPr>
        <p:grpSpPr>
          <a:xfrm>
            <a:off x="6188672" y="1191178"/>
            <a:ext cx="533372" cy="533480"/>
            <a:chOff x="457200" y="1378813"/>
            <a:chExt cx="695400" cy="695450"/>
          </a:xfrm>
        </p:grpSpPr>
        <p:sp>
          <p:nvSpPr>
            <p:cNvPr id="491" name="Google Shape;491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accent5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2100" u="none" cap="none" strike="noStrike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2" name="Google Shape;492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3" name="Google Shape;493;p6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4" name="Google Shape;494;p6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5" name="Google Shape;495;p67"/>
          <p:cNvSpPr/>
          <p:nvPr/>
        </p:nvSpPr>
        <p:spPr>
          <a:xfrm flipH="1">
            <a:off x="511850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67"/>
          <p:cNvSpPr/>
          <p:nvPr/>
        </p:nvSpPr>
        <p:spPr>
          <a:xfrm flipH="1">
            <a:off x="3283550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67"/>
          <p:cNvSpPr/>
          <p:nvPr/>
        </p:nvSpPr>
        <p:spPr>
          <a:xfrm flipH="1">
            <a:off x="6188675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1">
  <p:cSld name="CUSTOM_2_7_2_4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8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00" name="Google Shape;500;p68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501" name="Google Shape;501;p68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2" name="Google Shape;502;p68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03" name="Google Shape;503;p68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68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05" name="Google Shape;505;p68"/>
          <p:cNvSpPr txBox="1"/>
          <p:nvPr>
            <p:ph idx="3" type="body"/>
          </p:nvPr>
        </p:nvSpPr>
        <p:spPr>
          <a:xfrm>
            <a:off x="175" y="1284250"/>
            <a:ext cx="9144000" cy="34026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">
  <p:cSld name="CUSTOM_2_4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08" name="Google Shape;508;p6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0" name="Google Shape;510;p6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1" name="Google Shape;511;p6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">
  <p:cSld name="CUSTOM_2_5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14" name="Google Shape;514;p7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6" name="Google Shape;516;p7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7" name="Google Shape;517;p7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6">
  <p:cSld name="CUSTOM_2_6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0" name="Google Shape;520;p7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2" name="Google Shape;522;p7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3" name="Google Shape;523;p7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7">
  <p:cSld name="CUSTOM_2_7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6" name="Google Shape;526;p7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7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7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8">
  <p:cSld name="CUSTOM_2_8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2" name="Google Shape;532;p7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4" name="Google Shape;534;p7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5" name="Google Shape;535;p7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9">
  <p:cSld name="CUSTOM_2_9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8" name="Google Shape;538;p7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7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1" name="Google Shape;541;p7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0">
  <p:cSld name="CUSTOM_2_10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4" name="Google Shape;544;p7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7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7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1">
  <p:cSld name="CUSTOM_2_11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0" name="Google Shape;550;p7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7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3" name="Google Shape;553;p7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2">
  <p:cSld name="CUSTOM_2_12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6" name="Google Shape;556;p7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7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9" name="Google Shape;559;p7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3">
  <p:cSld name="CUSTOM_2_13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2" name="Google Shape;562;p7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p7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5" name="Google Shape;565;p7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4">
  <p:cSld name="CUSTOM_2_14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8" name="Google Shape;568;p7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0" name="Google Shape;570;p7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7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2">
  <p:cSld name="CUSTOM_28_2">
    <p:bg>
      <p:bgPr>
        <a:solidFill>
          <a:srgbClr val="FFFFFF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80"/>
          <p:cNvSpPr/>
          <p:nvPr/>
        </p:nvSpPr>
        <p:spPr>
          <a:xfrm>
            <a:off x="457160" y="1292968"/>
            <a:ext cx="3848100" cy="4767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74" name="Google Shape;574;p80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5" name="Google Shape;575;p80"/>
          <p:cNvSpPr/>
          <p:nvPr/>
        </p:nvSpPr>
        <p:spPr>
          <a:xfrm>
            <a:off x="4876760" y="12929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76" name="Google Shape;576;p80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80"/>
          <p:cNvSpPr txBox="1"/>
          <p:nvPr/>
        </p:nvSpPr>
        <p:spPr>
          <a:xfrm>
            <a:off x="4876750" y="13095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78" name="Google Shape;578;p80"/>
          <p:cNvSpPr txBox="1"/>
          <p:nvPr>
            <p:ph type="title"/>
          </p:nvPr>
        </p:nvSpPr>
        <p:spPr>
          <a:xfrm>
            <a:off x="4976200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79" name="Google Shape;579;p80"/>
          <p:cNvSpPr txBox="1"/>
          <p:nvPr>
            <p:ph idx="2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Light"/>
              <a:buNone/>
              <a:defRPr b="0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0" name="Google Shape;580;p80"/>
          <p:cNvSpPr txBox="1"/>
          <p:nvPr>
            <p:ph idx="3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b="0"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1" name="Google Shape;581;p80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2" name="Google Shape;582;p80"/>
          <p:cNvSpPr txBox="1"/>
          <p:nvPr>
            <p:ph idx="5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3" name="Google Shape;583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80"/>
          <p:cNvSpPr txBox="1"/>
          <p:nvPr>
            <p:ph idx="6" type="title"/>
          </p:nvPr>
        </p:nvSpPr>
        <p:spPr>
          <a:xfrm>
            <a:off x="542175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5">
  <p:cSld name="CUSTOM_2_15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8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87" name="Google Shape;587;p8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9" name="Google Shape;589;p8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8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6">
  <p:cSld name="CUSTOM_2_16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93" name="Google Shape;593;p8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5" name="Google Shape;595;p8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6" name="Google Shape;596;p8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2">
  <p:cSld name="CUSTOM_27_2">
    <p:bg>
      <p:bgPr>
        <a:solidFill>
          <a:srgbClr val="FFFFF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3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83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0" name="Google Shape;600;p83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1" name="Google Shape;601;p83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83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3" name="Google Shape;603;p83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" name="Google Shape;604;p83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83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6" name="Google Shape;606;p83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07" name="Google Shape;607;p83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83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8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0" name="Google Shape;610;p8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CUSTOM_22">
    <p:bg>
      <p:bgPr>
        <a:solidFill>
          <a:srgbClr val="F2F2F2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84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84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14" name="Google Shape;614;p84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84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84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7">
  <p:cSld name="CUSTOM_2_17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9" name="Google Shape;619;p8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1" name="Google Shape;621;p8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2" name="Google Shape;622;p8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8">
  <p:cSld name="CUSTOM_2_18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5" name="Google Shape;625;p8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7" name="Google Shape;627;p8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8" name="Google Shape;628;p8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 1">
  <p:cSld name="CUSTOM_4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7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1" name="Google Shape;631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87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87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34" name="Google Shape;634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9">
  <p:cSld name="CUSTOM_2_19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7" name="Google Shape;637;p8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9" name="Google Shape;639;p8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8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0">
  <p:cSld name="CUSTOM_2_20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43" name="Google Shape;643;p8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5" name="Google Shape;645;p8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6" name="Google Shape;646;p8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1">
  <p:cSld name="CUSTOM_2_21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9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49" name="Google Shape;649;p9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1" name="Google Shape;651;p9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2" name="Google Shape;652;p9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2">
  <p:cSld name="CUSTOM_2_22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9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55" name="Google Shape;655;p9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7" name="Google Shape;657;p9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8" name="Google Shape;658;p9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3">
  <p:cSld name="CUSTOM_2_23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1" name="Google Shape;661;p9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3" name="Google Shape;663;p9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4" name="Google Shape;664;p9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4">
  <p:cSld name="CUSTOM_2_24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7" name="Google Shape;667;p9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9" name="Google Shape;669;p9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0" name="Google Shape;670;p9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5">
  <p:cSld name="CUSTOM_2_25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3" name="Google Shape;673;p9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9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6" name="Google Shape;676;p9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6">
  <p:cSld name="CUSTOM_2_26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9" name="Google Shape;679;p9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9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2" name="Google Shape;682;p9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7">
  <p:cSld name="CUSTOM_2_27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85" name="Google Shape;685;p9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7" name="Google Shape;687;p9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8" name="Google Shape;688;p9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8">
  <p:cSld name="CUSTOM_2_28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1" name="Google Shape;691;p9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3" name="Google Shape;693;p9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4" name="Google Shape;694;p9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9">
  <p:cSld name="CUSTOM_2_29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9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7" name="Google Shape;697;p9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9" name="Google Shape;699;p9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0" name="Google Shape;700;p9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0">
  <p:cSld name="CUSTOM_2_30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3" name="Google Shape;703;p9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5" name="Google Shape;705;p9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6" name="Google Shape;706;p9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1">
  <p:cSld name="CUSTOM_2_31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0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9" name="Google Shape;709;p10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1" name="Google Shape;711;p10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2" name="Google Shape;712;p10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2">
  <p:cSld name="CUSTOM_2_32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0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15" name="Google Shape;715;p10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1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7" name="Google Shape;717;p10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8" name="Google Shape;718;p10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3">
  <p:cSld name="CUSTOM_2_33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0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1" name="Google Shape;721;p10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1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3" name="Google Shape;723;p10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4" name="Google Shape;724;p10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4">
  <p:cSld name="CUSTOM_2_34"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0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7" name="Google Shape;727;p10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1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9" name="Google Shape;729;p10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0" name="Google Shape;730;p10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5">
  <p:cSld name="CUSTOM_2_35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33" name="Google Shape;733;p10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5" name="Google Shape;735;p10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6" name="Google Shape;736;p10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6">
  <p:cSld name="CUSTOM_2_36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0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39" name="Google Shape;739;p10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1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1" name="Google Shape;741;p10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2" name="Google Shape;742;p10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7">
  <p:cSld name="CUSTOM_2_37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45" name="Google Shape;745;p10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1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7" name="Google Shape;747;p10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8" name="Google Shape;748;p10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Slide 1-4 1">
  <p:cSld name="CUSTOM_11_1_1_3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7"/>
          <p:cNvSpPr/>
          <p:nvPr/>
        </p:nvSpPr>
        <p:spPr>
          <a:xfrm>
            <a:off x="953325" y="1857573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07"/>
          <p:cNvSpPr/>
          <p:nvPr/>
        </p:nvSpPr>
        <p:spPr>
          <a:xfrm>
            <a:off x="953325" y="256325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07"/>
          <p:cNvSpPr/>
          <p:nvPr/>
        </p:nvSpPr>
        <p:spPr>
          <a:xfrm>
            <a:off x="953325" y="1136875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07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54" name="Google Shape;754;p107"/>
          <p:cNvSpPr/>
          <p:nvPr/>
        </p:nvSpPr>
        <p:spPr>
          <a:xfrm>
            <a:off x="802850" y="184255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55" name="Google Shape;755;p107"/>
          <p:cNvSpPr/>
          <p:nvPr/>
        </p:nvSpPr>
        <p:spPr>
          <a:xfrm>
            <a:off x="802850" y="2563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56" name="Google Shape;756;p1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7" name="Google Shape;757;p10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10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9" name="Google Shape;759;p107"/>
          <p:cNvSpPr txBox="1"/>
          <p:nvPr>
            <p:ph idx="1" type="subTitle"/>
          </p:nvPr>
        </p:nvSpPr>
        <p:spPr>
          <a:xfrm>
            <a:off x="1354400" y="1129175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0" name="Google Shape;760;p107"/>
          <p:cNvSpPr txBox="1"/>
          <p:nvPr>
            <p:ph idx="3" type="subTitle"/>
          </p:nvPr>
        </p:nvSpPr>
        <p:spPr>
          <a:xfrm>
            <a:off x="1354400" y="1857451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1" name="Google Shape;761;p107"/>
          <p:cNvSpPr txBox="1"/>
          <p:nvPr>
            <p:ph idx="4" type="subTitle"/>
          </p:nvPr>
        </p:nvSpPr>
        <p:spPr>
          <a:xfrm>
            <a:off x="1354400" y="257827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2" name="Google Shape;762;p107"/>
          <p:cNvSpPr/>
          <p:nvPr/>
        </p:nvSpPr>
        <p:spPr>
          <a:xfrm>
            <a:off x="953325" y="327620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07"/>
          <p:cNvSpPr/>
          <p:nvPr/>
        </p:nvSpPr>
        <p:spPr>
          <a:xfrm>
            <a:off x="802850" y="327621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4" name="Google Shape;764;p107"/>
          <p:cNvSpPr txBox="1"/>
          <p:nvPr>
            <p:ph idx="5" type="subTitle"/>
          </p:nvPr>
        </p:nvSpPr>
        <p:spPr>
          <a:xfrm>
            <a:off x="1354400" y="329122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">
  <p:cSld name="CUSTOM_6_2"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08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67" name="Google Shape;767;p108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68" name="Google Shape;768;p108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9" name="Google Shape;769;p108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">
  <p:cSld name="CUSTOM_26_3">
    <p:bg>
      <p:bgPr>
        <a:solidFill>
          <a:srgbClr val="F2F2F2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09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 1">
  <p:cSld name="CUSTOM_26_4">
    <p:bg>
      <p:bgPr>
        <a:solidFill>
          <a:srgbClr val="F2F2F2"/>
        </a:solidFill>
      </p:bgPr>
    </p:bg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110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2">
  <p:cSld name="CUSTOM_6_3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11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6" name="Google Shape;776;p111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77" name="Google Shape;777;p111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8" name="Google Shape;778;p111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8">
  <p:cSld name="CUSTOM_2_38"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1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81" name="Google Shape;781;p11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p11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3" name="Google Shape;783;p11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2 2">
  <p:cSld name="CUSTOM_21_2_4"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13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6" name="Google Shape;786;p113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7" name="Google Shape;787;p1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8" name="Google Shape;788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650" y="27155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">
  <p:cSld name="CUSTOM_11_1_1_1"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14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1" name="Google Shape;791;p114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1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9">
  <p:cSld name="CUSTOM_2_39"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15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5" name="Google Shape;795;p115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6" name="Google Shape;796;p115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97" name="Google Shape;797;p11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8" name="Google Shape;798;p1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">
  <p:cSld name="SECTION_HEADER_1_2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0" name="Google Shape;800;p116"/>
          <p:cNvCxnSpPr/>
          <p:nvPr/>
        </p:nvCxnSpPr>
        <p:spPr>
          <a:xfrm>
            <a:off x="0" y="1975950"/>
            <a:ext cx="5532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01" name="Google Shape;801;p116"/>
          <p:cNvSpPr txBox="1"/>
          <p:nvPr>
            <p:ph type="title"/>
          </p:nvPr>
        </p:nvSpPr>
        <p:spPr>
          <a:xfrm>
            <a:off x="4234700" y="1975950"/>
            <a:ext cx="49092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02" name="Google Shape;802;p116"/>
          <p:cNvSpPr txBox="1"/>
          <p:nvPr>
            <p:ph idx="1" type="subTitle"/>
          </p:nvPr>
        </p:nvSpPr>
        <p:spPr>
          <a:xfrm>
            <a:off x="4234700" y="761025"/>
            <a:ext cx="1656900" cy="120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03" name="Google Shape;803;p1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 1">
  <p:cSld name="SECTION_HEADER_1_3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5" name="Google Shape;805;p117"/>
          <p:cNvCxnSpPr/>
          <p:nvPr/>
        </p:nvCxnSpPr>
        <p:spPr>
          <a:xfrm>
            <a:off x="0" y="1975950"/>
            <a:ext cx="5532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06" name="Google Shape;806;p117"/>
          <p:cNvSpPr txBox="1"/>
          <p:nvPr>
            <p:ph type="title"/>
          </p:nvPr>
        </p:nvSpPr>
        <p:spPr>
          <a:xfrm>
            <a:off x="4234700" y="1975950"/>
            <a:ext cx="49092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07" name="Google Shape;807;p117"/>
          <p:cNvSpPr txBox="1"/>
          <p:nvPr>
            <p:ph idx="1" type="subTitle"/>
          </p:nvPr>
        </p:nvSpPr>
        <p:spPr>
          <a:xfrm>
            <a:off x="4234700" y="761025"/>
            <a:ext cx="1656900" cy="120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08" name="Google Shape;808;p1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 2">
  <p:cSld name="SECTION_HEADER_1_4"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0" name="Google Shape;810;p118"/>
          <p:cNvCxnSpPr/>
          <p:nvPr/>
        </p:nvCxnSpPr>
        <p:spPr>
          <a:xfrm>
            <a:off x="0" y="1975950"/>
            <a:ext cx="5532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11" name="Google Shape;811;p118"/>
          <p:cNvSpPr txBox="1"/>
          <p:nvPr>
            <p:ph type="title"/>
          </p:nvPr>
        </p:nvSpPr>
        <p:spPr>
          <a:xfrm>
            <a:off x="4234700" y="1975950"/>
            <a:ext cx="49092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2" name="Google Shape;812;p118"/>
          <p:cNvSpPr txBox="1"/>
          <p:nvPr>
            <p:ph idx="1" type="subTitle"/>
          </p:nvPr>
        </p:nvSpPr>
        <p:spPr>
          <a:xfrm>
            <a:off x="4234700" y="761025"/>
            <a:ext cx="1656900" cy="120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3" name="Google Shape;813;p1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0">
  <p:cSld name="CUSTOM_2_40"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19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6" name="Google Shape;816;p119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7" name="Google Shape;817;p119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18" name="Google Shape;818;p11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9" name="Google Shape;819;p1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1">
  <p:cSld name="CUSTOM_2_41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2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22" name="Google Shape;822;p12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3" name="Google Shape;823;p12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120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2">
  <p:cSld name="CUSTOM_2_42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2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27" name="Google Shape;827;p12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8" name="Google Shape;828;p12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9" name="Google Shape;829;p121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3">
  <p:cSld name="CUSTOM_2_43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2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32" name="Google Shape;832;p12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3" name="Google Shape;833;p12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4" name="Google Shape;834;p122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4">
  <p:cSld name="CUSTOM_2_44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2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37" name="Google Shape;837;p12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8" name="Google Shape;838;p12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9" name="Google Shape;839;p123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5">
  <p:cSld name="CUSTOM_2_45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2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42" name="Google Shape;842;p12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3" name="Google Shape;843;p12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4" name="Google Shape;844;p12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6 1">
  <p:cSld name="CUSTOM_11_1_1_2_3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6" name="Google Shape;846;p125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847" name="Google Shape;847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48" name="Google Shape;848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49" name="Google Shape;849;p125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850" name="Google Shape;850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51" name="Google Shape;851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52" name="Google Shape;852;p125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853" name="Google Shape;853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54" name="Google Shape;854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55" name="Google Shape;855;p125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856" name="Google Shape;856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57" name="Google Shape;857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858" name="Google Shape;858;p125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859" name="Google Shape;859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60" name="Google Shape;860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861" name="Google Shape;861;p125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125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p125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4" name="Google Shape;864;p125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125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6" name="Google Shape;866;p12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7" name="Google Shape;867;p12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8" name="Google Shape;868;p125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69" name="Google Shape;869;p125"/>
          <p:cNvSpPr txBox="1"/>
          <p:nvPr>
            <p:ph idx="3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0" name="Google Shape;870;p125"/>
          <p:cNvSpPr txBox="1"/>
          <p:nvPr>
            <p:ph idx="4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1" name="Google Shape;871;p125"/>
          <p:cNvSpPr txBox="1"/>
          <p:nvPr>
            <p:ph idx="5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872" name="Google Shape;872;p125"/>
          <p:cNvSpPr txBox="1"/>
          <p:nvPr>
            <p:ph idx="6" type="subTitle"/>
          </p:nvPr>
        </p:nvSpPr>
        <p:spPr>
          <a:xfrm>
            <a:off x="1354400" y="37601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873" name="Google Shape;873;p125"/>
          <p:cNvGrpSpPr/>
          <p:nvPr/>
        </p:nvGrpSpPr>
        <p:grpSpPr>
          <a:xfrm>
            <a:off x="440125" y="4413095"/>
            <a:ext cx="776900" cy="486300"/>
            <a:chOff x="457200" y="1466425"/>
            <a:chExt cx="776900" cy="486300"/>
          </a:xfrm>
        </p:grpSpPr>
        <p:sp>
          <p:nvSpPr>
            <p:cNvPr id="874" name="Google Shape;874;p125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r>
                <a:rPr lang="en" sz="3000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6</a:t>
              </a:r>
              <a:endParaRPr b="0" i="0" sz="3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875" name="Google Shape;875;p125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876" name="Google Shape;876;p125"/>
          <p:cNvSpPr/>
          <p:nvPr/>
        </p:nvSpPr>
        <p:spPr>
          <a:xfrm>
            <a:off x="1335475" y="44130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7" name="Google Shape;877;p125"/>
          <p:cNvSpPr txBox="1"/>
          <p:nvPr>
            <p:ph idx="7" type="subTitle"/>
          </p:nvPr>
        </p:nvSpPr>
        <p:spPr>
          <a:xfrm>
            <a:off x="1354400" y="44169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6">
  <p:cSld name="CUSTOM_2_46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2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80" name="Google Shape;880;p12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12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2" name="Google Shape;882;p126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7">
  <p:cSld name="CUSTOM_2_47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2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85" name="Google Shape;885;p12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12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7" name="Google Shape;887;p12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8">
  <p:cSld name="CUSTOM_2_48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2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0" name="Google Shape;890;p12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12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2" name="Google Shape;892;p128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9">
  <p:cSld name="CUSTOM_2_49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2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95" name="Google Shape;895;p12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6" name="Google Shape;896;p12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7" name="Google Shape;897;p129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0">
  <p:cSld name="CUSTOM_2_50"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3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00" name="Google Shape;900;p13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13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2" name="Google Shape;902;p130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1">
  <p:cSld name="CUSTOM_2_51"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3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05" name="Google Shape;905;p13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6" name="Google Shape;906;p13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7" name="Google Shape;907;p131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2">
  <p:cSld name="CUSTOM_2_52"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3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10" name="Google Shape;910;p13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13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2" name="Google Shape;912;p132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3">
  <p:cSld name="CUSTOM_2_53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3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15" name="Google Shape;915;p13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p13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7" name="Google Shape;917;p133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4">
  <p:cSld name="CUSTOM_2_54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34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0" name="Google Shape;920;p134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1" name="Google Shape;921;p134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22" name="Google Shape;922;p13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Google Shape;923;p1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5">
  <p:cSld name="CUSTOM_2_55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35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6" name="Google Shape;926;p135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7" name="Google Shape;927;p135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28" name="Google Shape;928;p13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9" name="Google Shape;929;p1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6">
  <p:cSld name="CUSTOM_2_56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36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2" name="Google Shape;932;p136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3" name="Google Shape;933;p136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34" name="Google Shape;934;p13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1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3">
  <p:cSld name="CUSTOM_21_1_1_1"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7" name="Google Shape;937;p13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938" name="Google Shape;938;p137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137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37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137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942" name="Google Shape;942;p137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943" name="Google Shape;943;p137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944" name="Google Shape;944;p137"/>
          <p:cNvSpPr txBox="1"/>
          <p:nvPr>
            <p:ph idx="1" type="subTitle"/>
          </p:nvPr>
        </p:nvSpPr>
        <p:spPr>
          <a:xfrm>
            <a:off x="1224625" y="11291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45" name="Google Shape;945;p137"/>
          <p:cNvSpPr txBox="1"/>
          <p:nvPr>
            <p:ph idx="2" type="subTitle"/>
          </p:nvPr>
        </p:nvSpPr>
        <p:spPr>
          <a:xfrm>
            <a:off x="1224625" y="17936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46" name="Google Shape;946;p137"/>
          <p:cNvSpPr txBox="1"/>
          <p:nvPr>
            <p:ph idx="3" type="subTitle"/>
          </p:nvPr>
        </p:nvSpPr>
        <p:spPr>
          <a:xfrm>
            <a:off x="1224625" y="24357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947" name="Google Shape;947;p13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8" name="Google Shape;948;p137"/>
          <p:cNvSpPr txBox="1"/>
          <p:nvPr>
            <p:ph idx="4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9" name="Google Shape;949;p137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0" name="Google Shape;950;p1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1">
  <p:cSld name="CUSTOM_28_1">
    <p:bg>
      <p:bgPr>
        <a:solidFill>
          <a:srgbClr val="FFFFFF"/>
        </a:solidFill>
      </p:bgPr>
    </p:bg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38"/>
          <p:cNvSpPr/>
          <p:nvPr/>
        </p:nvSpPr>
        <p:spPr>
          <a:xfrm>
            <a:off x="11088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53" name="Google Shape;953;p138"/>
          <p:cNvSpPr txBox="1"/>
          <p:nvPr>
            <p:ph type="title"/>
          </p:nvPr>
        </p:nvSpPr>
        <p:spPr>
          <a:xfrm>
            <a:off x="11794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54" name="Google Shape;954;p138"/>
          <p:cNvSpPr txBox="1"/>
          <p:nvPr>
            <p:ph idx="2" type="title"/>
          </p:nvPr>
        </p:nvSpPr>
        <p:spPr>
          <a:xfrm>
            <a:off x="896225" y="1871375"/>
            <a:ext cx="34089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55" name="Google Shape;955;p138"/>
          <p:cNvSpPr txBox="1"/>
          <p:nvPr>
            <p:ph idx="3" type="title"/>
          </p:nvPr>
        </p:nvSpPr>
        <p:spPr>
          <a:xfrm>
            <a:off x="5323925" y="1871375"/>
            <a:ext cx="3607500" cy="262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56" name="Google Shape;956;p138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7" name="Google Shape;957;p1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8" name="Google Shape;958;p138"/>
          <p:cNvGrpSpPr/>
          <p:nvPr/>
        </p:nvGrpSpPr>
        <p:grpSpPr>
          <a:xfrm>
            <a:off x="457147" y="1190428"/>
            <a:ext cx="533372" cy="533480"/>
            <a:chOff x="457200" y="1378813"/>
            <a:chExt cx="695400" cy="695450"/>
          </a:xfrm>
        </p:grpSpPr>
        <p:sp>
          <p:nvSpPr>
            <p:cNvPr id="959" name="Google Shape;959;p13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0" name="Google Shape;960;p138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1" name="Google Shape;961;p138"/>
          <p:cNvGrpSpPr/>
          <p:nvPr/>
        </p:nvGrpSpPr>
        <p:grpSpPr>
          <a:xfrm>
            <a:off x="4876797" y="1190428"/>
            <a:ext cx="533372" cy="533480"/>
            <a:chOff x="2605668" y="1378813"/>
            <a:chExt cx="695400" cy="695450"/>
          </a:xfrm>
        </p:grpSpPr>
        <p:sp>
          <p:nvSpPr>
            <p:cNvPr id="962" name="Google Shape;962;p138"/>
            <p:cNvSpPr/>
            <p:nvPr/>
          </p:nvSpPr>
          <p:spPr>
            <a:xfrm>
              <a:off x="2605668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963" name="Google Shape;963;p138"/>
            <p:cNvSpPr/>
            <p:nvPr/>
          </p:nvSpPr>
          <p:spPr>
            <a:xfrm rot="10800000">
              <a:off x="2783210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4" name="Google Shape;964;p138"/>
          <p:cNvSpPr/>
          <p:nvPr/>
        </p:nvSpPr>
        <p:spPr>
          <a:xfrm>
            <a:off x="55289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65" name="Google Shape;965;p138"/>
          <p:cNvSpPr txBox="1"/>
          <p:nvPr>
            <p:ph idx="5" type="title"/>
          </p:nvPr>
        </p:nvSpPr>
        <p:spPr>
          <a:xfrm>
            <a:off x="55995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66" name="Google Shape;966;p138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3">
  <p:cSld name="CUSTOM_6_4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39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69" name="Google Shape;969;p139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70" name="Google Shape;970;p139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1" name="Google Shape;971;p139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4">
  <p:cSld name="CUSTOM_6_5"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40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74" name="Google Shape;974;p140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75" name="Google Shape;975;p140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6" name="Google Shape;976;p140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5">
  <p:cSld name="CUSTOM_6_6"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41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79" name="Google Shape;979;p141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80" name="Google Shape;980;p141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1" name="Google Shape;981;p141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28_3">
    <p:bg>
      <p:bgPr>
        <a:solidFill>
          <a:srgbClr val="FFFFFF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42"/>
          <p:cNvSpPr/>
          <p:nvPr/>
        </p:nvSpPr>
        <p:spPr>
          <a:xfrm>
            <a:off x="457160" y="1292968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84" name="Google Shape;984;p142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85" name="Google Shape;985;p142"/>
          <p:cNvSpPr/>
          <p:nvPr/>
        </p:nvSpPr>
        <p:spPr>
          <a:xfrm>
            <a:off x="4876760" y="12929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86" name="Google Shape;986;p142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142"/>
          <p:cNvSpPr txBox="1"/>
          <p:nvPr/>
        </p:nvSpPr>
        <p:spPr>
          <a:xfrm>
            <a:off x="457150" y="1304805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88" name="Google Shape;988;p142"/>
          <p:cNvSpPr txBox="1"/>
          <p:nvPr/>
        </p:nvSpPr>
        <p:spPr>
          <a:xfrm>
            <a:off x="4876750" y="13095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989" name="Google Shape;989;p142"/>
          <p:cNvSpPr txBox="1"/>
          <p:nvPr>
            <p:ph type="title"/>
          </p:nvPr>
        </p:nvSpPr>
        <p:spPr>
          <a:xfrm>
            <a:off x="542175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0" name="Google Shape;990;p142"/>
          <p:cNvSpPr txBox="1"/>
          <p:nvPr>
            <p:ph idx="2" type="title"/>
          </p:nvPr>
        </p:nvSpPr>
        <p:spPr>
          <a:xfrm>
            <a:off x="4976200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1" name="Google Shape;991;p142"/>
          <p:cNvSpPr txBox="1"/>
          <p:nvPr>
            <p:ph idx="3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b="0"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2" name="Google Shape;992;p142"/>
          <p:cNvSpPr txBox="1"/>
          <p:nvPr>
            <p:ph idx="4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b="0"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93" name="Google Shape;993;p142"/>
          <p:cNvSpPr txBox="1"/>
          <p:nvPr>
            <p:ph idx="5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94" name="Google Shape;994;p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142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6">
  <p:cSld name="CUSTOM_6_7"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43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98" name="Google Shape;998;p143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99" name="Google Shape;999;p143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0" name="Google Shape;1000;p143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7">
  <p:cSld name="CUSTOM_6_8"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44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3" name="Google Shape;1003;p144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04" name="Google Shape;1004;p144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5" name="Google Shape;1005;p144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8">
  <p:cSld name="CUSTOM_6_9"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45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8" name="Google Shape;1008;p145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09" name="Google Shape;1009;p145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0" name="Google Shape;1010;p145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7">
  <p:cSld name="CUSTOM_2_57"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14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13" name="Google Shape;1013;p14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p14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5" name="Google Shape;1015;p146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9">
  <p:cSld name="CUSTOM_6_10"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47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18" name="Google Shape;1018;p147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19" name="Google Shape;1019;p147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0" name="Google Shape;1020;p147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0">
  <p:cSld name="CUSTOM_6_11"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148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23" name="Google Shape;1023;p148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24" name="Google Shape;1024;p148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5" name="Google Shape;1025;p148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6">
  <p:cSld name="CUSTOM_11_1_1_2_4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oogle Shape;1027;p149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1028" name="Google Shape;1028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29" name="Google Shape;1029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30" name="Google Shape;1030;p149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1031" name="Google Shape;1031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2" name="Google Shape;1032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33" name="Google Shape;1033;p149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1034" name="Google Shape;1034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5" name="Google Shape;1035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36" name="Google Shape;1036;p149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1037" name="Google Shape;1037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38" name="Google Shape;1038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039" name="Google Shape;1039;p149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1040" name="Google Shape;1040;p14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041" name="Google Shape;1041;p14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042" name="Google Shape;1042;p149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3" name="Google Shape;1043;p149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4" name="Google Shape;1044;p149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149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149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14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8" name="Google Shape;1048;p149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49" name="Google Shape;1049;p149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0" name="Google Shape;1050;p149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1" name="Google Shape;1051;p149"/>
          <p:cNvSpPr txBox="1"/>
          <p:nvPr>
            <p:ph idx="4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2" name="Google Shape;1052;p149"/>
          <p:cNvSpPr txBox="1"/>
          <p:nvPr>
            <p:ph idx="5" type="subTitle"/>
          </p:nvPr>
        </p:nvSpPr>
        <p:spPr>
          <a:xfrm>
            <a:off x="1354400" y="37601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53" name="Google Shape;1053;p149"/>
          <p:cNvSpPr txBox="1"/>
          <p:nvPr>
            <p:ph idx="6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1">
  <p:cSld name="CUSTOM_6_12"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150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56" name="Google Shape;1056;p150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57" name="Google Shape;1057;p150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8" name="Google Shape;1058;p150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2">
  <p:cSld name="CUSTOM_6_13"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51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1" name="Google Shape;1061;p151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62" name="Google Shape;1062;p151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3" name="Google Shape;1063;p151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3">
  <p:cSld name="CUSTOM_6_14"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152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66" name="Google Shape;1066;p152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67" name="Google Shape;1067;p152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8" name="Google Shape;1068;p152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4">
  <p:cSld name="CUSTOM_6_15"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53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1" name="Google Shape;1071;p153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72" name="Google Shape;1072;p153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3" name="Google Shape;1073;p153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5">
  <p:cSld name="CUSTOM_6_16"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154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6" name="Google Shape;1076;p154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77" name="Google Shape;1077;p154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78" name="Google Shape;1078;p154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 2">
  <p:cSld name="CUSTOM_4_3"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55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1" name="Google Shape;1081;p1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155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155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 2">
  <p:cSld name="CUSTOM_11_1_1_1_2"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5" name="Google Shape;1085;p156"/>
          <p:cNvCxnSpPr/>
          <p:nvPr/>
        </p:nvCxnSpPr>
        <p:spPr>
          <a:xfrm>
            <a:off x="30950" y="1978775"/>
            <a:ext cx="101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86" name="Google Shape;1086;p156"/>
          <p:cNvCxnSpPr/>
          <p:nvPr/>
        </p:nvCxnSpPr>
        <p:spPr>
          <a:xfrm>
            <a:off x="14793" y="1979550"/>
            <a:ext cx="1030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87" name="Google Shape;1087;p156"/>
          <p:cNvCxnSpPr/>
          <p:nvPr/>
        </p:nvCxnSpPr>
        <p:spPr>
          <a:xfrm>
            <a:off x="25190" y="2617525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088" name="Google Shape;1088;p156"/>
          <p:cNvCxnSpPr/>
          <p:nvPr/>
        </p:nvCxnSpPr>
        <p:spPr>
          <a:xfrm>
            <a:off x="-6000" y="3256375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089" name="Google Shape;1089;p156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156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156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156"/>
          <p:cNvSpPr/>
          <p:nvPr/>
        </p:nvSpPr>
        <p:spPr>
          <a:xfrm>
            <a:off x="870800" y="3094822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093" name="Google Shape;1093;p156"/>
          <p:cNvSpPr txBox="1"/>
          <p:nvPr>
            <p:ph idx="1" type="subTitle"/>
          </p:nvPr>
        </p:nvSpPr>
        <p:spPr>
          <a:xfrm>
            <a:off x="1193900" y="1771650"/>
            <a:ext cx="69525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94" name="Google Shape;1094;p156"/>
          <p:cNvSpPr txBox="1"/>
          <p:nvPr>
            <p:ph idx="2" type="subTitle"/>
          </p:nvPr>
        </p:nvSpPr>
        <p:spPr>
          <a:xfrm>
            <a:off x="1193900" y="2417425"/>
            <a:ext cx="69525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95" name="Google Shape;1095;p156"/>
          <p:cNvSpPr txBox="1"/>
          <p:nvPr>
            <p:ph idx="3" type="subTitle"/>
          </p:nvPr>
        </p:nvSpPr>
        <p:spPr>
          <a:xfrm>
            <a:off x="1193900" y="3063225"/>
            <a:ext cx="69525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96" name="Google Shape;1096;p156"/>
          <p:cNvSpPr/>
          <p:nvPr/>
        </p:nvSpPr>
        <p:spPr>
          <a:xfrm>
            <a:off x="870800" y="2459660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097" name="Google Shape;1097;p156"/>
          <p:cNvSpPr/>
          <p:nvPr/>
        </p:nvSpPr>
        <p:spPr>
          <a:xfrm>
            <a:off x="870800" y="181754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098" name="Google Shape;1098;p15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9" name="Google Shape;1099;p156"/>
          <p:cNvSpPr txBox="1"/>
          <p:nvPr>
            <p:ph idx="4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6">
  <p:cSld name="CUSTOM_6_17"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157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2" name="Google Shape;1102;p157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3" name="Google Shape;1103;p157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4" name="Google Shape;1104;p157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7">
  <p:cSld name="CUSTOM_6_18"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58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7" name="Google Shape;1107;p158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8" name="Google Shape;1108;p158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9" name="Google Shape;1109;p158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8">
  <p:cSld name="CUSTOM_6_19"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59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12" name="Google Shape;1112;p159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3" name="Google Shape;1113;p159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4" name="Google Shape;1114;p159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9">
  <p:cSld name="CUSTOM_6_20"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60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17" name="Google Shape;1117;p160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8" name="Google Shape;1118;p160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9" name="Google Shape;1119;p160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 (Line Removed)">
  <p:cSld name="CUSTOM_2_7_2_2_1"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161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22" name="Google Shape;1122;p161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23" name="Google Shape;1123;p16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4" name="Google Shape;1124;p161"/>
          <p:cNvSpPr txBox="1"/>
          <p:nvPr>
            <p:ph idx="2" type="body"/>
          </p:nvPr>
        </p:nvSpPr>
        <p:spPr>
          <a:xfrm>
            <a:off x="175" y="1284250"/>
            <a:ext cx="9144000" cy="32628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3">
  <p:cSld name="CUSTOM_11_1_1_2_1"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16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7" name="Google Shape;1127;p162"/>
          <p:cNvSpPr/>
          <p:nvPr/>
        </p:nvSpPr>
        <p:spPr>
          <a:xfrm>
            <a:off x="1352550" y="113687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8" name="Google Shape;1128;p162"/>
          <p:cNvGrpSpPr/>
          <p:nvPr/>
        </p:nvGrpSpPr>
        <p:grpSpPr>
          <a:xfrm>
            <a:off x="457200" y="1136863"/>
            <a:ext cx="776889" cy="621300"/>
            <a:chOff x="457200" y="1378813"/>
            <a:chExt cx="776889" cy="621300"/>
          </a:xfrm>
        </p:grpSpPr>
        <p:sp>
          <p:nvSpPr>
            <p:cNvPr id="1129" name="Google Shape;1129;p16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3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0" name="Google Shape;1130;p162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131" name="Google Shape;1131;p162"/>
          <p:cNvGrpSpPr/>
          <p:nvPr/>
        </p:nvGrpSpPr>
        <p:grpSpPr>
          <a:xfrm>
            <a:off x="457200" y="1986775"/>
            <a:ext cx="776889" cy="621300"/>
            <a:chOff x="457200" y="1378813"/>
            <a:chExt cx="776889" cy="621300"/>
          </a:xfrm>
        </p:grpSpPr>
        <p:sp>
          <p:nvSpPr>
            <p:cNvPr id="1132" name="Google Shape;1132;p16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3" name="Google Shape;1133;p162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134" name="Google Shape;1134;p162"/>
          <p:cNvGrpSpPr/>
          <p:nvPr/>
        </p:nvGrpSpPr>
        <p:grpSpPr>
          <a:xfrm>
            <a:off x="457200" y="2831900"/>
            <a:ext cx="776889" cy="621300"/>
            <a:chOff x="457200" y="1378813"/>
            <a:chExt cx="776889" cy="621300"/>
          </a:xfrm>
        </p:grpSpPr>
        <p:sp>
          <p:nvSpPr>
            <p:cNvPr id="1135" name="Google Shape;1135;p16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6" name="Google Shape;1136;p162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137" name="Google Shape;1137;p162"/>
          <p:cNvSpPr/>
          <p:nvPr/>
        </p:nvSpPr>
        <p:spPr>
          <a:xfrm>
            <a:off x="1352550" y="198918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62"/>
          <p:cNvSpPr/>
          <p:nvPr/>
        </p:nvSpPr>
        <p:spPr>
          <a:xfrm>
            <a:off x="1352550" y="283190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62"/>
          <p:cNvSpPr txBox="1"/>
          <p:nvPr/>
        </p:nvSpPr>
        <p:spPr>
          <a:xfrm>
            <a:off x="-23999" y="1179250"/>
            <a:ext cx="9180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162"/>
          <p:cNvSpPr txBox="1"/>
          <p:nvPr/>
        </p:nvSpPr>
        <p:spPr>
          <a:xfrm>
            <a:off x="-23999" y="1991589"/>
            <a:ext cx="9180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p162"/>
          <p:cNvSpPr txBox="1"/>
          <p:nvPr/>
        </p:nvSpPr>
        <p:spPr>
          <a:xfrm>
            <a:off x="-11683" y="2834324"/>
            <a:ext cx="9180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162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Slide 1-4">
  <p:cSld name="CUSTOM_11_1_1_4"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63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163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163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163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163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149" name="Google Shape;1149;p163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150" name="Google Shape;1150;p163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151" name="Google Shape;1151;p163"/>
          <p:cNvSpPr/>
          <p:nvPr/>
        </p:nvSpPr>
        <p:spPr>
          <a:xfrm>
            <a:off x="802850" y="3026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152" name="Google Shape;1152;p163"/>
          <p:cNvSpPr txBox="1"/>
          <p:nvPr>
            <p:ph idx="1" type="subTitle"/>
          </p:nvPr>
        </p:nvSpPr>
        <p:spPr>
          <a:xfrm>
            <a:off x="1354400" y="1129175"/>
            <a:ext cx="71160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53" name="Google Shape;1153;p163"/>
          <p:cNvSpPr txBox="1"/>
          <p:nvPr>
            <p:ph idx="2" type="subTitle"/>
          </p:nvPr>
        </p:nvSpPr>
        <p:spPr>
          <a:xfrm>
            <a:off x="1354400" y="1771638"/>
            <a:ext cx="71160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54" name="Google Shape;1154;p163"/>
          <p:cNvSpPr txBox="1"/>
          <p:nvPr>
            <p:ph idx="3" type="subTitle"/>
          </p:nvPr>
        </p:nvSpPr>
        <p:spPr>
          <a:xfrm>
            <a:off x="1354400" y="2417425"/>
            <a:ext cx="71160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55" name="Google Shape;1155;p163"/>
          <p:cNvSpPr txBox="1"/>
          <p:nvPr>
            <p:ph idx="4" type="subTitle"/>
          </p:nvPr>
        </p:nvSpPr>
        <p:spPr>
          <a:xfrm>
            <a:off x="1354400" y="3063213"/>
            <a:ext cx="71160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56" name="Google Shape;1156;p16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7" name="Google Shape;1157;p163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6 2">
  <p:cSld name="CUSTOM_11_1_1_2_5"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9" name="Google Shape;1159;p164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1160" name="Google Shape;1160;p16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1" name="Google Shape;1161;p16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162" name="Google Shape;1162;p164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1163" name="Google Shape;1163;p16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4" name="Google Shape;1164;p16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165" name="Google Shape;1165;p164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1166" name="Google Shape;1166;p16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67" name="Google Shape;1167;p16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168" name="Google Shape;1168;p164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1169" name="Google Shape;1169;p16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0" name="Google Shape;1170;p16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171" name="Google Shape;1171;p164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1172" name="Google Shape;1172;p16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73" name="Google Shape;1173;p16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174" name="Google Shape;1174;p164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5" name="Google Shape;1175;p164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6" name="Google Shape;1176;p164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7" name="Google Shape;1177;p164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8" name="Google Shape;1178;p164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9" name="Google Shape;1179;p16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0" name="Google Shape;1180;p164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81" name="Google Shape;1181;p164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82" name="Google Shape;1182;p164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164"/>
          <p:cNvSpPr txBox="1"/>
          <p:nvPr>
            <p:ph idx="4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84" name="Google Shape;1184;p164"/>
          <p:cNvSpPr txBox="1"/>
          <p:nvPr>
            <p:ph idx="5" type="subTitle"/>
          </p:nvPr>
        </p:nvSpPr>
        <p:spPr>
          <a:xfrm>
            <a:off x="1354400" y="37601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185" name="Google Shape;1185;p164"/>
          <p:cNvSpPr txBox="1"/>
          <p:nvPr>
            <p:ph idx="6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165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188" name="Google Shape;1188;p16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9" name="Google Shape;1189;p165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3 2">
  <p:cSld name="CUSTOM_11_1_1_2_1_2"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6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92" name="Google Shape;1192;p166"/>
          <p:cNvSpPr/>
          <p:nvPr/>
        </p:nvSpPr>
        <p:spPr>
          <a:xfrm>
            <a:off x="1352550" y="113687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3" name="Google Shape;1193;p166"/>
          <p:cNvGrpSpPr/>
          <p:nvPr/>
        </p:nvGrpSpPr>
        <p:grpSpPr>
          <a:xfrm>
            <a:off x="457200" y="1136863"/>
            <a:ext cx="776889" cy="621300"/>
            <a:chOff x="457200" y="1378813"/>
            <a:chExt cx="776889" cy="621300"/>
          </a:xfrm>
        </p:grpSpPr>
        <p:sp>
          <p:nvSpPr>
            <p:cNvPr id="1194" name="Google Shape;1194;p166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3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5" name="Google Shape;1195;p166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196" name="Google Shape;1196;p166"/>
          <p:cNvGrpSpPr/>
          <p:nvPr/>
        </p:nvGrpSpPr>
        <p:grpSpPr>
          <a:xfrm>
            <a:off x="457200" y="1986775"/>
            <a:ext cx="776889" cy="621300"/>
            <a:chOff x="457200" y="1378813"/>
            <a:chExt cx="776889" cy="621300"/>
          </a:xfrm>
        </p:grpSpPr>
        <p:sp>
          <p:nvSpPr>
            <p:cNvPr id="1197" name="Google Shape;1197;p166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8" name="Google Shape;1198;p166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199" name="Google Shape;1199;p166"/>
          <p:cNvSpPr/>
          <p:nvPr/>
        </p:nvSpPr>
        <p:spPr>
          <a:xfrm>
            <a:off x="1352550" y="198918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166"/>
          <p:cNvSpPr txBox="1"/>
          <p:nvPr/>
        </p:nvSpPr>
        <p:spPr>
          <a:xfrm>
            <a:off x="-23999" y="1179250"/>
            <a:ext cx="9180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166"/>
          <p:cNvSpPr txBox="1"/>
          <p:nvPr/>
        </p:nvSpPr>
        <p:spPr>
          <a:xfrm>
            <a:off x="-23999" y="1991589"/>
            <a:ext cx="9180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2" name="Google Shape;1202;p166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4">
  <p:cSld name="CUSTOM_11_1_1_2_2"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6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5" name="Google Shape;1205;p167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3 3">
  <p:cSld name="CUSTOM_11_1_1_2_1_3"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16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8" name="Google Shape;1208;p168"/>
          <p:cNvSpPr/>
          <p:nvPr/>
        </p:nvSpPr>
        <p:spPr>
          <a:xfrm>
            <a:off x="1352550" y="113687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9" name="Google Shape;1209;p168"/>
          <p:cNvGrpSpPr/>
          <p:nvPr/>
        </p:nvGrpSpPr>
        <p:grpSpPr>
          <a:xfrm>
            <a:off x="457200" y="1136863"/>
            <a:ext cx="776889" cy="621300"/>
            <a:chOff x="457200" y="1378813"/>
            <a:chExt cx="776889" cy="621300"/>
          </a:xfrm>
        </p:grpSpPr>
        <p:sp>
          <p:nvSpPr>
            <p:cNvPr id="1210" name="Google Shape;1210;p16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3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1" name="Google Shape;1211;p168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212" name="Google Shape;1212;p168"/>
          <p:cNvGrpSpPr/>
          <p:nvPr/>
        </p:nvGrpSpPr>
        <p:grpSpPr>
          <a:xfrm>
            <a:off x="457200" y="1986775"/>
            <a:ext cx="776889" cy="621300"/>
            <a:chOff x="457200" y="1378813"/>
            <a:chExt cx="776889" cy="621300"/>
          </a:xfrm>
        </p:grpSpPr>
        <p:sp>
          <p:nvSpPr>
            <p:cNvPr id="1213" name="Google Shape;1213;p16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4" name="Google Shape;1214;p168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215" name="Google Shape;1215;p168"/>
          <p:cNvGrpSpPr/>
          <p:nvPr/>
        </p:nvGrpSpPr>
        <p:grpSpPr>
          <a:xfrm>
            <a:off x="457200" y="2831900"/>
            <a:ext cx="776889" cy="621300"/>
            <a:chOff x="457200" y="1378813"/>
            <a:chExt cx="776889" cy="621300"/>
          </a:xfrm>
        </p:grpSpPr>
        <p:sp>
          <p:nvSpPr>
            <p:cNvPr id="1216" name="Google Shape;1216;p16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17" name="Google Shape;1217;p168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218" name="Google Shape;1218;p168"/>
          <p:cNvSpPr/>
          <p:nvPr/>
        </p:nvSpPr>
        <p:spPr>
          <a:xfrm>
            <a:off x="1352550" y="198918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168"/>
          <p:cNvSpPr/>
          <p:nvPr/>
        </p:nvSpPr>
        <p:spPr>
          <a:xfrm>
            <a:off x="1352550" y="2831900"/>
            <a:ext cx="7517100" cy="11301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168"/>
          <p:cNvSpPr txBox="1"/>
          <p:nvPr/>
        </p:nvSpPr>
        <p:spPr>
          <a:xfrm>
            <a:off x="-23999" y="1179250"/>
            <a:ext cx="9180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1" name="Google Shape;1221;p168"/>
          <p:cNvSpPr txBox="1"/>
          <p:nvPr/>
        </p:nvSpPr>
        <p:spPr>
          <a:xfrm>
            <a:off x="-23999" y="1991589"/>
            <a:ext cx="9180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2" name="Google Shape;1222;p168"/>
          <p:cNvSpPr txBox="1"/>
          <p:nvPr/>
        </p:nvSpPr>
        <p:spPr>
          <a:xfrm>
            <a:off x="372667" y="4078649"/>
            <a:ext cx="9180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168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8">
  <p:cSld name="CUSTOM_2_58"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16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26" name="Google Shape;1226;p16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7" name="Google Shape;1227;p16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8" name="Google Shape;1228;p169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6 3">
  <p:cSld name="CUSTOM_11_1_1_2_6"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0" name="Google Shape;1230;p170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1231" name="Google Shape;1231;p17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2" name="Google Shape;1232;p17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3" name="Google Shape;1233;p170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1234" name="Google Shape;1234;p17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5" name="Google Shape;1235;p17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6" name="Google Shape;1236;p170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1237" name="Google Shape;1237;p17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8" name="Google Shape;1238;p17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9" name="Google Shape;1239;p170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1240" name="Google Shape;1240;p17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1" name="Google Shape;1241;p17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42" name="Google Shape;1242;p170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1243" name="Google Shape;1243;p17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4" name="Google Shape;1244;p17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45" name="Google Shape;1245;p170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6" name="Google Shape;1246;p170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7" name="Google Shape;1247;p170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8" name="Google Shape;1248;p170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9" name="Google Shape;1249;p170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0" name="Google Shape;1250;p17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1" name="Google Shape;1251;p170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52" name="Google Shape;1252;p170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53" name="Google Shape;1253;p170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54" name="Google Shape;1254;p170"/>
          <p:cNvSpPr txBox="1"/>
          <p:nvPr>
            <p:ph idx="4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55" name="Google Shape;1255;p170"/>
          <p:cNvSpPr txBox="1"/>
          <p:nvPr>
            <p:ph idx="5" type="subTitle"/>
          </p:nvPr>
        </p:nvSpPr>
        <p:spPr>
          <a:xfrm>
            <a:off x="1354400" y="37601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56" name="Google Shape;1256;p170"/>
          <p:cNvSpPr txBox="1"/>
          <p:nvPr>
            <p:ph idx="6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4 1">
  <p:cSld name="CUSTOM_11_1_1_2_2_1"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8" name="Google Shape;1258;p171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1259" name="Google Shape;1259;p17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3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 i="0" sz="3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0" name="Google Shape;1260;p17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1" name="Google Shape;1261;p171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1262" name="Google Shape;1262;p17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3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6</a:t>
              </a:r>
              <a:endParaRPr i="0" sz="3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3" name="Google Shape;1263;p17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4" name="Google Shape;1264;p171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1265" name="Google Shape;1265;p171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</a:t>
              </a:r>
              <a:r>
                <a:rPr lang="en" sz="3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66" name="Google Shape;1266;p171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67" name="Google Shape;1267;p171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171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9" name="Google Shape;1269;p171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0" name="Google Shape;1270;p17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1" name="Google Shape;1271;p171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71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73" name="Google Shape;1273;p171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74" name="Google Shape;1274;p171"/>
          <p:cNvSpPr txBox="1"/>
          <p:nvPr>
            <p:ph idx="4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" type="secHead">
  <p:cSld name="SECTION_HEADER">
    <p:bg>
      <p:bgPr>
        <a:solidFill>
          <a:srgbClr val="2E5E73"/>
        </a:solidFill>
      </p:bgPr>
    </p:bg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9" name="Google Shape;1279;p173"/>
          <p:cNvCxnSpPr/>
          <p:nvPr/>
        </p:nvCxnSpPr>
        <p:spPr>
          <a:xfrm>
            <a:off x="4347750" y="1976050"/>
            <a:ext cx="968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173"/>
          <p:cNvCxnSpPr/>
          <p:nvPr/>
        </p:nvCxnSpPr>
        <p:spPr>
          <a:xfrm>
            <a:off x="4358200" y="1975950"/>
            <a:ext cx="54465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281" name="Google Shape;1281;p173"/>
          <p:cNvSpPr txBox="1"/>
          <p:nvPr>
            <p:ph type="title"/>
          </p:nvPr>
        </p:nvSpPr>
        <p:spPr>
          <a:xfrm>
            <a:off x="4233672" y="1975950"/>
            <a:ext cx="4909200" cy="12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82" name="Google Shape;1282;p173"/>
          <p:cNvSpPr txBox="1"/>
          <p:nvPr>
            <p:ph idx="1" type="subTitle"/>
          </p:nvPr>
        </p:nvSpPr>
        <p:spPr>
          <a:xfrm>
            <a:off x="4234700" y="1475700"/>
            <a:ext cx="4909200" cy="4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83" name="Google Shape;1283;p173"/>
          <p:cNvSpPr txBox="1"/>
          <p:nvPr>
            <p:ph idx="2" type="subTitle"/>
          </p:nvPr>
        </p:nvSpPr>
        <p:spPr>
          <a:xfrm>
            <a:off x="4271500" y="3046550"/>
            <a:ext cx="4871400" cy="4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4" name="Google Shape;1284;p1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5" name="Google Shape;1285;p173"/>
          <p:cNvSpPr txBox="1"/>
          <p:nvPr/>
        </p:nvSpPr>
        <p:spPr>
          <a:xfrm>
            <a:off x="0" y="4850400"/>
            <a:ext cx="502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spAutoFit/>
          </a:bodyPr>
          <a:lstStyle/>
          <a:p>
            <a:pPr indent="-22860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© 2023 edX Boot Camps LLC. Confidential and Proprietary. All Rights Reserved.</a:t>
            </a:r>
            <a:endParaRPr sz="10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">
  <p:cSld name="CUSTOM_26">
    <p:bg>
      <p:bgPr>
        <a:solidFill>
          <a:srgbClr val="F2F2F2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174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2">
  <p:cSld name="CUSTOM_26_1">
    <p:bg>
      <p:bgPr>
        <a:solidFill>
          <a:srgbClr val="F2F2F2"/>
        </a:solidFill>
      </p:bgPr>
    </p:bg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175"/>
          <p:cNvSpPr txBox="1"/>
          <p:nvPr>
            <p:ph type="title"/>
          </p:nvPr>
        </p:nvSpPr>
        <p:spPr>
          <a:xfrm>
            <a:off x="0" y="29229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90" name="Google Shape;1290;p175"/>
          <p:cNvSpPr/>
          <p:nvPr/>
        </p:nvSpPr>
        <p:spPr>
          <a:xfrm>
            <a:off x="373110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2 1">
  <p:cSld name="CUSTOM_26_1_1">
    <p:bg>
      <p:bgPr>
        <a:solidFill>
          <a:srgbClr val="F2F2F2"/>
        </a:solidFill>
      </p:bgPr>
    </p:bg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76"/>
          <p:cNvSpPr/>
          <p:nvPr/>
        </p:nvSpPr>
        <p:spPr>
          <a:xfrm>
            <a:off x="373110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176"/>
          <p:cNvSpPr txBox="1"/>
          <p:nvPr/>
        </p:nvSpPr>
        <p:spPr>
          <a:xfrm>
            <a:off x="0" y="2922900"/>
            <a:ext cx="9144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294" name="Google Shape;1294;p1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11125" y="1512075"/>
            <a:ext cx="1321750" cy="98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177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177"/>
          <p:cNvSpPr txBox="1"/>
          <p:nvPr/>
        </p:nvSpPr>
        <p:spPr>
          <a:xfrm>
            <a:off x="710290" y="1039031"/>
            <a:ext cx="64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8" name="Google Shape;1298;p177"/>
          <p:cNvSpPr txBox="1"/>
          <p:nvPr/>
        </p:nvSpPr>
        <p:spPr>
          <a:xfrm>
            <a:off x="710290" y="1691406"/>
            <a:ext cx="64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9" name="Google Shape;1299;p177"/>
          <p:cNvSpPr txBox="1"/>
          <p:nvPr/>
        </p:nvSpPr>
        <p:spPr>
          <a:xfrm>
            <a:off x="710290" y="2322756"/>
            <a:ext cx="64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0" name="Google Shape;1300;p177"/>
          <p:cNvSpPr txBox="1"/>
          <p:nvPr/>
        </p:nvSpPr>
        <p:spPr>
          <a:xfrm>
            <a:off x="710290" y="2954106"/>
            <a:ext cx="64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1" name="Google Shape;1301;p177"/>
          <p:cNvSpPr txBox="1"/>
          <p:nvPr/>
        </p:nvSpPr>
        <p:spPr>
          <a:xfrm>
            <a:off x="710290" y="3585431"/>
            <a:ext cx="64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2" name="Google Shape;1302;p177"/>
          <p:cNvSpPr txBox="1"/>
          <p:nvPr/>
        </p:nvSpPr>
        <p:spPr>
          <a:xfrm>
            <a:off x="5380615" y="1039031"/>
            <a:ext cx="69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3" name="Google Shape;1303;p177"/>
          <p:cNvSpPr txBox="1"/>
          <p:nvPr/>
        </p:nvSpPr>
        <p:spPr>
          <a:xfrm>
            <a:off x="5380615" y="1691406"/>
            <a:ext cx="69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4" name="Google Shape;1304;p177"/>
          <p:cNvSpPr txBox="1"/>
          <p:nvPr/>
        </p:nvSpPr>
        <p:spPr>
          <a:xfrm>
            <a:off x="5380615" y="2322756"/>
            <a:ext cx="69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5" name="Google Shape;1305;p177"/>
          <p:cNvSpPr txBox="1"/>
          <p:nvPr/>
        </p:nvSpPr>
        <p:spPr>
          <a:xfrm>
            <a:off x="5380615" y="2954106"/>
            <a:ext cx="69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6" name="Google Shape;1306;p177"/>
          <p:cNvSpPr txBox="1"/>
          <p:nvPr/>
        </p:nvSpPr>
        <p:spPr>
          <a:xfrm>
            <a:off x="5380615" y="3585431"/>
            <a:ext cx="69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7" name="Google Shape;1307;p1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4588" y="319875"/>
            <a:ext cx="31558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177"/>
          <p:cNvSpPr txBox="1"/>
          <p:nvPr>
            <p:ph idx="1" type="subTitle"/>
          </p:nvPr>
        </p:nvSpPr>
        <p:spPr>
          <a:xfrm>
            <a:off x="1224625" y="1129175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9" name="Google Shape;1309;p177"/>
          <p:cNvSpPr txBox="1"/>
          <p:nvPr>
            <p:ph idx="2" type="subTitle"/>
          </p:nvPr>
        </p:nvSpPr>
        <p:spPr>
          <a:xfrm>
            <a:off x="1224625" y="1757838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0" name="Google Shape;1310;p177"/>
          <p:cNvSpPr txBox="1"/>
          <p:nvPr>
            <p:ph idx="3" type="subTitle"/>
          </p:nvPr>
        </p:nvSpPr>
        <p:spPr>
          <a:xfrm>
            <a:off x="1224625" y="2399688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1" name="Google Shape;1311;p177"/>
          <p:cNvSpPr txBox="1"/>
          <p:nvPr>
            <p:ph idx="4" type="subTitle"/>
          </p:nvPr>
        </p:nvSpPr>
        <p:spPr>
          <a:xfrm>
            <a:off x="1224625" y="3031025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2" name="Google Shape;1312;p177"/>
          <p:cNvSpPr txBox="1"/>
          <p:nvPr>
            <p:ph idx="5" type="subTitle"/>
          </p:nvPr>
        </p:nvSpPr>
        <p:spPr>
          <a:xfrm>
            <a:off x="1224625" y="3662400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3" name="Google Shape;1313;p177"/>
          <p:cNvSpPr txBox="1"/>
          <p:nvPr>
            <p:ph idx="6" type="subTitle"/>
          </p:nvPr>
        </p:nvSpPr>
        <p:spPr>
          <a:xfrm>
            <a:off x="5989200" y="1129175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4" name="Google Shape;1314;p177"/>
          <p:cNvSpPr txBox="1"/>
          <p:nvPr>
            <p:ph idx="7" type="subTitle"/>
          </p:nvPr>
        </p:nvSpPr>
        <p:spPr>
          <a:xfrm>
            <a:off x="5989200" y="1757838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5" name="Google Shape;1315;p177"/>
          <p:cNvSpPr txBox="1"/>
          <p:nvPr>
            <p:ph idx="8" type="subTitle"/>
          </p:nvPr>
        </p:nvSpPr>
        <p:spPr>
          <a:xfrm>
            <a:off x="5989200" y="2399688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6" name="Google Shape;1316;p177"/>
          <p:cNvSpPr txBox="1"/>
          <p:nvPr>
            <p:ph idx="9" type="subTitle"/>
          </p:nvPr>
        </p:nvSpPr>
        <p:spPr>
          <a:xfrm>
            <a:off x="5989200" y="3031025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7" name="Google Shape;1317;p177"/>
          <p:cNvSpPr txBox="1"/>
          <p:nvPr>
            <p:ph idx="13" type="subTitle"/>
          </p:nvPr>
        </p:nvSpPr>
        <p:spPr>
          <a:xfrm>
            <a:off x="5989200" y="3662400"/>
            <a:ext cx="39711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8" name="Google Shape;1318;p17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9" name="Google Shape;1319;p177"/>
          <p:cNvSpPr txBox="1"/>
          <p:nvPr>
            <p:ph idx="14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slide 01">
  <p:cSld name="CUSTOM_21"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178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78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178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178"/>
          <p:cNvSpPr/>
          <p:nvPr/>
        </p:nvSpPr>
        <p:spPr>
          <a:xfrm>
            <a:off x="953325" y="370531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78"/>
          <p:cNvSpPr/>
          <p:nvPr/>
        </p:nvSpPr>
        <p:spPr>
          <a:xfrm>
            <a:off x="953325" y="434773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78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78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28" name="Google Shape;1328;p178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29" name="Google Shape;1329;p178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30" name="Google Shape;1330;p178"/>
          <p:cNvSpPr/>
          <p:nvPr/>
        </p:nvSpPr>
        <p:spPr>
          <a:xfrm>
            <a:off x="802850" y="3026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31" name="Google Shape;1331;p178"/>
          <p:cNvSpPr/>
          <p:nvPr/>
        </p:nvSpPr>
        <p:spPr>
          <a:xfrm>
            <a:off x="802850" y="366204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5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32" name="Google Shape;1332;p178"/>
          <p:cNvSpPr/>
          <p:nvPr/>
        </p:nvSpPr>
        <p:spPr>
          <a:xfrm>
            <a:off x="802850" y="429721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6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33" name="Google Shape;1333;p178"/>
          <p:cNvSpPr txBox="1"/>
          <p:nvPr>
            <p:ph idx="1" type="subTitle"/>
          </p:nvPr>
        </p:nvSpPr>
        <p:spPr>
          <a:xfrm>
            <a:off x="1224625" y="1129175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4" name="Google Shape;1334;p178"/>
          <p:cNvSpPr txBox="1"/>
          <p:nvPr>
            <p:ph idx="2" type="subTitle"/>
          </p:nvPr>
        </p:nvSpPr>
        <p:spPr>
          <a:xfrm>
            <a:off x="1224625" y="1793688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5" name="Google Shape;1335;p178"/>
          <p:cNvSpPr txBox="1"/>
          <p:nvPr>
            <p:ph idx="3" type="subTitle"/>
          </p:nvPr>
        </p:nvSpPr>
        <p:spPr>
          <a:xfrm>
            <a:off x="1224625" y="2435788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6" name="Google Shape;1336;p178"/>
          <p:cNvSpPr txBox="1"/>
          <p:nvPr>
            <p:ph idx="4" type="subTitle"/>
          </p:nvPr>
        </p:nvSpPr>
        <p:spPr>
          <a:xfrm>
            <a:off x="1224625" y="3063525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7" name="Google Shape;1337;p178"/>
          <p:cNvSpPr txBox="1"/>
          <p:nvPr>
            <p:ph idx="5" type="subTitle"/>
          </p:nvPr>
        </p:nvSpPr>
        <p:spPr>
          <a:xfrm>
            <a:off x="1224625" y="3728038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8" name="Google Shape;1338;p178"/>
          <p:cNvSpPr txBox="1"/>
          <p:nvPr>
            <p:ph idx="6" type="subTitle"/>
          </p:nvPr>
        </p:nvSpPr>
        <p:spPr>
          <a:xfrm>
            <a:off x="1224625" y="4370138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339" name="Google Shape;1339;p17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40" name="Google Shape;1340;p17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1" name="Google Shape;1341;p178"/>
          <p:cNvSpPr txBox="1"/>
          <p:nvPr>
            <p:ph idx="7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2" name="Google Shape;1342;p178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3" name="Google Shape;1343;p1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875" y="28420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slide 02">
  <p:cSld name="CUSTOM_21_2"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5" name="Google Shape;1345;p17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46" name="Google Shape;1346;p17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7" name="Google Shape;1347;p17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8" name="Google Shape;1348;p179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9" name="Google Shape;1349;p1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2875" y="28420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lide">
  <p:cSld name="CUSTOM_23">
    <p:bg>
      <p:bgPr>
        <a:solidFill>
          <a:srgbClr val="F2F2F2"/>
        </a:solidFill>
      </p:bgPr>
    </p:bg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180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180"/>
          <p:cNvSpPr txBox="1"/>
          <p:nvPr/>
        </p:nvSpPr>
        <p:spPr>
          <a:xfrm>
            <a:off x="-5875" y="203600"/>
            <a:ext cx="916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3" name="Google Shape;1353;p180"/>
          <p:cNvSpPr txBox="1"/>
          <p:nvPr/>
        </p:nvSpPr>
        <p:spPr>
          <a:xfrm>
            <a:off x="5901175" y="3977950"/>
            <a:ext cx="287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4" name="Google Shape;1354;p180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5" name="Google Shape;1355;p180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56" name="Google Shape;1356;p180"/>
          <p:cNvSpPr txBox="1"/>
          <p:nvPr>
            <p:ph idx="1" type="subTitle"/>
          </p:nvPr>
        </p:nvSpPr>
        <p:spPr>
          <a:xfrm>
            <a:off x="818575" y="1726975"/>
            <a:ext cx="6518700" cy="2116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7" name="Google Shape;1357;p180"/>
          <p:cNvSpPr txBox="1"/>
          <p:nvPr>
            <p:ph idx="2" type="subTitle"/>
          </p:nvPr>
        </p:nvSpPr>
        <p:spPr>
          <a:xfrm>
            <a:off x="0" y="4246400"/>
            <a:ext cx="8703600" cy="3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58" name="Google Shape;1358;p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1" y="323175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180"/>
          <p:cNvSpPr txBox="1"/>
          <p:nvPr>
            <p:ph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st to Five Slide">
  <p:cSld name="CUSTOM_23_1">
    <p:bg>
      <p:bgPr>
        <a:solidFill>
          <a:srgbClr val="F2F2F2"/>
        </a:solidFill>
      </p:bgPr>
    </p:bg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81"/>
          <p:cNvSpPr/>
          <p:nvPr/>
        </p:nvSpPr>
        <p:spPr>
          <a:xfrm>
            <a:off x="136025" y="12740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181"/>
          <p:cNvSpPr txBox="1"/>
          <p:nvPr/>
        </p:nvSpPr>
        <p:spPr>
          <a:xfrm>
            <a:off x="0" y="26955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8229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Fist to Five </a:t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3" name="Google Shape;1363;p181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64" name="Google Shape;1364;p181"/>
          <p:cNvSpPr txBox="1"/>
          <p:nvPr>
            <p:ph idx="1" type="subTitle"/>
          </p:nvPr>
        </p:nvSpPr>
        <p:spPr>
          <a:xfrm>
            <a:off x="818575" y="1255850"/>
            <a:ext cx="7386900" cy="23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65" name="Google Shape;1365;p181"/>
          <p:cNvPicPr preferRelativeResize="0"/>
          <p:nvPr/>
        </p:nvPicPr>
        <p:blipFill rotWithShape="1">
          <a:blip r:embed="rId2">
            <a:alphaModFix/>
          </a:blip>
          <a:srcRect b="11668" l="0" r="0" t="0"/>
          <a:stretch/>
        </p:blipFill>
        <p:spPr>
          <a:xfrm>
            <a:off x="5855050" y="3612276"/>
            <a:ext cx="828675" cy="153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181"/>
          <p:cNvPicPr preferRelativeResize="0"/>
          <p:nvPr/>
        </p:nvPicPr>
        <p:blipFill rotWithShape="1">
          <a:blip r:embed="rId3">
            <a:alphaModFix/>
          </a:blip>
          <a:srcRect b="13517" l="0" r="0" t="0"/>
          <a:stretch/>
        </p:blipFill>
        <p:spPr>
          <a:xfrm>
            <a:off x="4646300" y="3636099"/>
            <a:ext cx="666750" cy="15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7" name="Google Shape;1367;p181"/>
          <p:cNvPicPr preferRelativeResize="0"/>
          <p:nvPr/>
        </p:nvPicPr>
        <p:blipFill rotWithShape="1">
          <a:blip r:embed="rId4">
            <a:alphaModFix/>
          </a:blip>
          <a:srcRect b="13770" l="0" r="0" t="0"/>
          <a:stretch/>
        </p:blipFill>
        <p:spPr>
          <a:xfrm>
            <a:off x="3294675" y="3698001"/>
            <a:ext cx="733425" cy="144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8" name="Google Shape;1368;p181"/>
          <p:cNvPicPr preferRelativeResize="0"/>
          <p:nvPr/>
        </p:nvPicPr>
        <p:blipFill rotWithShape="1">
          <a:blip r:embed="rId5">
            <a:alphaModFix/>
          </a:blip>
          <a:srcRect b="12495" l="0" r="0" t="0"/>
          <a:stretch/>
        </p:blipFill>
        <p:spPr>
          <a:xfrm>
            <a:off x="7103825" y="3659901"/>
            <a:ext cx="1114425" cy="14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9" name="Google Shape;1369;p181"/>
          <p:cNvPicPr preferRelativeResize="0"/>
          <p:nvPr/>
        </p:nvPicPr>
        <p:blipFill rotWithShape="1">
          <a:blip r:embed="rId6">
            <a:alphaModFix/>
          </a:blip>
          <a:srcRect b="19955" l="0" r="0" t="0"/>
          <a:stretch/>
        </p:blipFill>
        <p:spPr>
          <a:xfrm>
            <a:off x="731900" y="4198076"/>
            <a:ext cx="771525" cy="94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0" name="Google Shape;1370;p181"/>
          <p:cNvPicPr preferRelativeResize="0"/>
          <p:nvPr/>
        </p:nvPicPr>
        <p:blipFill rotWithShape="1">
          <a:blip r:embed="rId7">
            <a:alphaModFix/>
          </a:blip>
          <a:srcRect b="12495" l="0" r="0" t="0"/>
          <a:stretch/>
        </p:blipFill>
        <p:spPr>
          <a:xfrm>
            <a:off x="2059400" y="3659901"/>
            <a:ext cx="762000" cy="148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1" name="Google Shape;1371;p181"/>
          <p:cNvPicPr preferRelativeResize="0"/>
          <p:nvPr/>
        </p:nvPicPr>
        <p:blipFill rotWithShape="1">
          <a:blip r:embed="rId5">
            <a:alphaModFix/>
          </a:blip>
          <a:srcRect b="12495" l="0" r="0" t="0"/>
          <a:stretch/>
        </p:blipFill>
        <p:spPr>
          <a:xfrm rot="-3">
            <a:off x="270339" y="151751"/>
            <a:ext cx="384136" cy="51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Heading slide">
  <p:cSld name="CUSTOM_21_2_1"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3" name="Google Shape;1373;p182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74" name="Google Shape;1374;p18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5" name="Google Shape;1375;p18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6" name="Google Shape;1376;p182"/>
          <p:cNvSpPr/>
          <p:nvPr/>
        </p:nvSpPr>
        <p:spPr>
          <a:xfrm>
            <a:off x="136025" y="2290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5 ">
  <p:cSld name="CUSTOM_21_1"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8" name="Google Shape;1378;p183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379" name="Google Shape;1379;p183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183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183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83"/>
          <p:cNvSpPr/>
          <p:nvPr/>
        </p:nvSpPr>
        <p:spPr>
          <a:xfrm>
            <a:off x="953325" y="370531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183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183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85" name="Google Shape;1385;p183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86" name="Google Shape;1386;p183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87" name="Google Shape;1387;p183"/>
          <p:cNvSpPr/>
          <p:nvPr/>
        </p:nvSpPr>
        <p:spPr>
          <a:xfrm>
            <a:off x="802850" y="3026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88" name="Google Shape;1388;p183"/>
          <p:cNvSpPr/>
          <p:nvPr/>
        </p:nvSpPr>
        <p:spPr>
          <a:xfrm>
            <a:off x="802850" y="366204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5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389" name="Google Shape;1389;p183"/>
          <p:cNvSpPr txBox="1"/>
          <p:nvPr>
            <p:ph idx="1" type="subTitle"/>
          </p:nvPr>
        </p:nvSpPr>
        <p:spPr>
          <a:xfrm>
            <a:off x="1224625" y="1129175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0" name="Google Shape;1390;p183"/>
          <p:cNvSpPr txBox="1"/>
          <p:nvPr>
            <p:ph idx="2" type="subTitle"/>
          </p:nvPr>
        </p:nvSpPr>
        <p:spPr>
          <a:xfrm>
            <a:off x="1224625" y="1793688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1" name="Google Shape;1391;p183"/>
          <p:cNvSpPr txBox="1"/>
          <p:nvPr>
            <p:ph idx="3" type="subTitle"/>
          </p:nvPr>
        </p:nvSpPr>
        <p:spPr>
          <a:xfrm>
            <a:off x="1224625" y="2435788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2" name="Google Shape;1392;p183"/>
          <p:cNvSpPr txBox="1"/>
          <p:nvPr>
            <p:ph idx="4" type="subTitle"/>
          </p:nvPr>
        </p:nvSpPr>
        <p:spPr>
          <a:xfrm>
            <a:off x="1224625" y="3063525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3" name="Google Shape;1393;p183"/>
          <p:cNvSpPr txBox="1"/>
          <p:nvPr>
            <p:ph idx="5" type="subTitle"/>
          </p:nvPr>
        </p:nvSpPr>
        <p:spPr>
          <a:xfrm>
            <a:off x="1224625" y="3728038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4" name="Google Shape;1394;p18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5" name="Google Shape;1395;p183"/>
          <p:cNvSpPr txBox="1"/>
          <p:nvPr>
            <p:ph idx="6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6" name="Google Shape;1396;p183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7" name="Google Shape;1397;p1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4 ">
  <p:cSld name="CUSTOM_21_1_1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9" name="Google Shape;1399;p184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400" name="Google Shape;1400;p184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84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2" name="Google Shape;1402;p184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184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84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405" name="Google Shape;1405;p184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406" name="Google Shape;1406;p184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407" name="Google Shape;1407;p184"/>
          <p:cNvSpPr/>
          <p:nvPr/>
        </p:nvSpPr>
        <p:spPr>
          <a:xfrm>
            <a:off x="802850" y="3026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408" name="Google Shape;1408;p184"/>
          <p:cNvSpPr txBox="1"/>
          <p:nvPr>
            <p:ph idx="1" type="subTitle"/>
          </p:nvPr>
        </p:nvSpPr>
        <p:spPr>
          <a:xfrm>
            <a:off x="1224625" y="1129175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9" name="Google Shape;1409;p184"/>
          <p:cNvSpPr txBox="1"/>
          <p:nvPr>
            <p:ph idx="2" type="subTitle"/>
          </p:nvPr>
        </p:nvSpPr>
        <p:spPr>
          <a:xfrm>
            <a:off x="1224625" y="1793688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0" name="Google Shape;1410;p184"/>
          <p:cNvSpPr txBox="1"/>
          <p:nvPr>
            <p:ph idx="3" type="subTitle"/>
          </p:nvPr>
        </p:nvSpPr>
        <p:spPr>
          <a:xfrm>
            <a:off x="1224625" y="2435788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1" name="Google Shape;1411;p184"/>
          <p:cNvSpPr txBox="1"/>
          <p:nvPr>
            <p:ph idx="4" type="subTitle"/>
          </p:nvPr>
        </p:nvSpPr>
        <p:spPr>
          <a:xfrm>
            <a:off x="1224625" y="3063525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2" name="Google Shape;1412;p18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3" name="Google Shape;1413;p184"/>
          <p:cNvSpPr txBox="1"/>
          <p:nvPr>
            <p:ph idx="5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4" name="Google Shape;1414;p184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5" name="Google Shape;1415;p1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3">
  <p:cSld name="CUSTOM_21_1_1_1"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7" name="Google Shape;1417;p185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418" name="Google Shape;1418;p185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185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185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85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422" name="Google Shape;1422;p185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423" name="Google Shape;1423;p185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424" name="Google Shape;1424;p185"/>
          <p:cNvSpPr txBox="1"/>
          <p:nvPr>
            <p:ph idx="1" type="subTitle"/>
          </p:nvPr>
        </p:nvSpPr>
        <p:spPr>
          <a:xfrm>
            <a:off x="1224625" y="1129175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5" name="Google Shape;1425;p185"/>
          <p:cNvSpPr txBox="1"/>
          <p:nvPr>
            <p:ph idx="2" type="subTitle"/>
          </p:nvPr>
        </p:nvSpPr>
        <p:spPr>
          <a:xfrm>
            <a:off x="1224625" y="1793688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6" name="Google Shape;1426;p185"/>
          <p:cNvSpPr txBox="1"/>
          <p:nvPr>
            <p:ph idx="3" type="subTitle"/>
          </p:nvPr>
        </p:nvSpPr>
        <p:spPr>
          <a:xfrm>
            <a:off x="1224625" y="2435788"/>
            <a:ext cx="71103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7" name="Google Shape;1427;p18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8" name="Google Shape;1428;p185"/>
          <p:cNvSpPr txBox="1"/>
          <p:nvPr>
            <p:ph idx="4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9" name="Google Shape;1429;p185"/>
          <p:cNvSpPr/>
          <p:nvPr/>
        </p:nvSpPr>
        <p:spPr>
          <a:xfrm>
            <a:off x="136025" y="23362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0" name="Google Shape;1430;p1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3938" y="271538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18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33" name="Google Shape;1433;p18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4" name="Google Shape;1434;p18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35" name="Google Shape;1435;p186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4">
  <p:cSld name="CUSTOM_3"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187"/>
          <p:cNvSpPr/>
          <p:nvPr/>
        </p:nvSpPr>
        <p:spPr>
          <a:xfrm>
            <a:off x="5919625" y="0"/>
            <a:ext cx="3220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187"/>
          <p:cNvSpPr txBox="1"/>
          <p:nvPr>
            <p:ph idx="1" type="body"/>
          </p:nvPr>
        </p:nvSpPr>
        <p:spPr>
          <a:xfrm>
            <a:off x="590350" y="1121725"/>
            <a:ext cx="5040000" cy="3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39" name="Google Shape;1439;p187"/>
          <p:cNvSpPr txBox="1"/>
          <p:nvPr>
            <p:ph type="title"/>
          </p:nvPr>
        </p:nvSpPr>
        <p:spPr>
          <a:xfrm>
            <a:off x="6034025" y="544450"/>
            <a:ext cx="2716500" cy="6513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40" name="Google Shape;1440;p187"/>
          <p:cNvSpPr txBox="1"/>
          <p:nvPr>
            <p:ph idx="2" type="subTitle"/>
          </p:nvPr>
        </p:nvSpPr>
        <p:spPr>
          <a:xfrm>
            <a:off x="6324700" y="1121900"/>
            <a:ext cx="2425500" cy="3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1" name="Google Shape;1441;p187"/>
          <p:cNvSpPr txBox="1"/>
          <p:nvPr>
            <p:ph idx="3" type="title"/>
          </p:nvPr>
        </p:nvSpPr>
        <p:spPr>
          <a:xfrm>
            <a:off x="-2090" y="127400"/>
            <a:ext cx="59097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42" name="Google Shape;1442;p187"/>
          <p:cNvSpPr txBox="1"/>
          <p:nvPr>
            <p:ph idx="4" type="title"/>
          </p:nvPr>
        </p:nvSpPr>
        <p:spPr>
          <a:xfrm>
            <a:off x="-6000" y="515275"/>
            <a:ext cx="58203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">
  <p:cSld name="CUSTOM_4"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188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5" name="Google Shape;1445;p1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6" name="Google Shape;1446;p188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88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slide">
  <p:cSld name="CUSTOM_4_1"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189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189"/>
          <p:cNvSpPr txBox="1"/>
          <p:nvPr>
            <p:ph type="title"/>
          </p:nvPr>
        </p:nvSpPr>
        <p:spPr>
          <a:xfrm>
            <a:off x="3141250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451" name="Google Shape;1451;p1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42338" y="1946150"/>
            <a:ext cx="9048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2" name="Google Shape;1452;p189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slide">
  <p:cSld name="CUSTOM_4_1_1"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90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190"/>
          <p:cNvSpPr txBox="1"/>
          <p:nvPr>
            <p:ph type="title"/>
          </p:nvPr>
        </p:nvSpPr>
        <p:spPr>
          <a:xfrm>
            <a:off x="3141250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456" name="Google Shape;1456;p190"/>
          <p:cNvSpPr/>
          <p:nvPr/>
        </p:nvSpPr>
        <p:spPr>
          <a:xfrm>
            <a:off x="958075" y="2087475"/>
            <a:ext cx="704970" cy="980288"/>
          </a:xfrm>
          <a:custGeom>
            <a:rect b="b" l="l" r="r" t="t"/>
            <a:pathLst>
              <a:path extrusionOk="0" fill="none" h="79682" w="57303">
                <a:moveTo>
                  <a:pt x="12677" y="79681"/>
                </a:moveTo>
                <a:lnTo>
                  <a:pt x="12677" y="79681"/>
                </a:lnTo>
                <a:lnTo>
                  <a:pt x="15652" y="75283"/>
                </a:lnTo>
                <a:lnTo>
                  <a:pt x="17980" y="71403"/>
                </a:lnTo>
                <a:lnTo>
                  <a:pt x="19920" y="67910"/>
                </a:lnTo>
                <a:lnTo>
                  <a:pt x="21343" y="64806"/>
                </a:lnTo>
                <a:lnTo>
                  <a:pt x="22378" y="62090"/>
                </a:lnTo>
                <a:lnTo>
                  <a:pt x="23025" y="59891"/>
                </a:lnTo>
                <a:lnTo>
                  <a:pt x="23413" y="58080"/>
                </a:lnTo>
                <a:lnTo>
                  <a:pt x="23542" y="56786"/>
                </a:lnTo>
                <a:lnTo>
                  <a:pt x="23542" y="56786"/>
                </a:lnTo>
                <a:lnTo>
                  <a:pt x="21084" y="56139"/>
                </a:lnTo>
                <a:lnTo>
                  <a:pt x="18627" y="55363"/>
                </a:lnTo>
                <a:lnTo>
                  <a:pt x="16428" y="54458"/>
                </a:lnTo>
                <a:lnTo>
                  <a:pt x="14229" y="53294"/>
                </a:lnTo>
                <a:lnTo>
                  <a:pt x="12159" y="52000"/>
                </a:lnTo>
                <a:lnTo>
                  <a:pt x="10219" y="50448"/>
                </a:lnTo>
                <a:lnTo>
                  <a:pt x="8408" y="48896"/>
                </a:lnTo>
                <a:lnTo>
                  <a:pt x="6726" y="47085"/>
                </a:lnTo>
                <a:lnTo>
                  <a:pt x="5304" y="45144"/>
                </a:lnTo>
                <a:lnTo>
                  <a:pt x="4010" y="43075"/>
                </a:lnTo>
                <a:lnTo>
                  <a:pt x="2846" y="40876"/>
                </a:lnTo>
                <a:lnTo>
                  <a:pt x="1811" y="38547"/>
                </a:lnTo>
                <a:lnTo>
                  <a:pt x="1035" y="36219"/>
                </a:lnTo>
                <a:lnTo>
                  <a:pt x="518" y="33761"/>
                </a:lnTo>
                <a:lnTo>
                  <a:pt x="129" y="31174"/>
                </a:lnTo>
                <a:lnTo>
                  <a:pt x="0" y="28587"/>
                </a:lnTo>
                <a:lnTo>
                  <a:pt x="0" y="28587"/>
                </a:lnTo>
                <a:lnTo>
                  <a:pt x="259" y="25742"/>
                </a:lnTo>
                <a:lnTo>
                  <a:pt x="647" y="22896"/>
                </a:lnTo>
                <a:lnTo>
                  <a:pt x="1294" y="20050"/>
                </a:lnTo>
                <a:lnTo>
                  <a:pt x="2328" y="17463"/>
                </a:lnTo>
                <a:lnTo>
                  <a:pt x="3493" y="15005"/>
                </a:lnTo>
                <a:lnTo>
                  <a:pt x="4915" y="12677"/>
                </a:lnTo>
                <a:lnTo>
                  <a:pt x="6597" y="10478"/>
                </a:lnTo>
                <a:lnTo>
                  <a:pt x="8408" y="8409"/>
                </a:lnTo>
                <a:lnTo>
                  <a:pt x="10478" y="6598"/>
                </a:lnTo>
                <a:lnTo>
                  <a:pt x="12677" y="4916"/>
                </a:lnTo>
                <a:lnTo>
                  <a:pt x="15005" y="3493"/>
                </a:lnTo>
                <a:lnTo>
                  <a:pt x="17592" y="2200"/>
                </a:lnTo>
                <a:lnTo>
                  <a:pt x="20179" y="1294"/>
                </a:lnTo>
                <a:lnTo>
                  <a:pt x="22895" y="647"/>
                </a:lnTo>
                <a:lnTo>
                  <a:pt x="25741" y="130"/>
                </a:lnTo>
                <a:lnTo>
                  <a:pt x="28716" y="1"/>
                </a:lnTo>
                <a:lnTo>
                  <a:pt x="28716" y="1"/>
                </a:lnTo>
                <a:lnTo>
                  <a:pt x="31562" y="130"/>
                </a:lnTo>
                <a:lnTo>
                  <a:pt x="34408" y="647"/>
                </a:lnTo>
                <a:lnTo>
                  <a:pt x="37124" y="1294"/>
                </a:lnTo>
                <a:lnTo>
                  <a:pt x="39840" y="2200"/>
                </a:lnTo>
                <a:lnTo>
                  <a:pt x="42298" y="3493"/>
                </a:lnTo>
                <a:lnTo>
                  <a:pt x="44626" y="4916"/>
                </a:lnTo>
                <a:lnTo>
                  <a:pt x="46825" y="6598"/>
                </a:lnTo>
                <a:lnTo>
                  <a:pt x="48895" y="8409"/>
                </a:lnTo>
                <a:lnTo>
                  <a:pt x="50706" y="10478"/>
                </a:lnTo>
                <a:lnTo>
                  <a:pt x="52388" y="12677"/>
                </a:lnTo>
                <a:lnTo>
                  <a:pt x="53810" y="15005"/>
                </a:lnTo>
                <a:lnTo>
                  <a:pt x="54975" y="17463"/>
                </a:lnTo>
                <a:lnTo>
                  <a:pt x="56009" y="20050"/>
                </a:lnTo>
                <a:lnTo>
                  <a:pt x="56656" y="22896"/>
                </a:lnTo>
                <a:lnTo>
                  <a:pt x="57174" y="25742"/>
                </a:lnTo>
                <a:lnTo>
                  <a:pt x="57303" y="28587"/>
                </a:lnTo>
                <a:lnTo>
                  <a:pt x="57303" y="28587"/>
                </a:lnTo>
                <a:lnTo>
                  <a:pt x="57174" y="31562"/>
                </a:lnTo>
                <a:lnTo>
                  <a:pt x="56915" y="34279"/>
                </a:lnTo>
                <a:lnTo>
                  <a:pt x="56398" y="37125"/>
                </a:lnTo>
                <a:lnTo>
                  <a:pt x="55751" y="39712"/>
                </a:lnTo>
                <a:lnTo>
                  <a:pt x="54845" y="42299"/>
                </a:lnTo>
                <a:lnTo>
                  <a:pt x="53940" y="44886"/>
                </a:lnTo>
                <a:lnTo>
                  <a:pt x="52776" y="47214"/>
                </a:lnTo>
                <a:lnTo>
                  <a:pt x="51611" y="49542"/>
                </a:lnTo>
                <a:lnTo>
                  <a:pt x="50189" y="51871"/>
                </a:lnTo>
                <a:lnTo>
                  <a:pt x="48766" y="54070"/>
                </a:lnTo>
                <a:lnTo>
                  <a:pt x="47214" y="56139"/>
                </a:lnTo>
                <a:lnTo>
                  <a:pt x="45532" y="58209"/>
                </a:lnTo>
                <a:lnTo>
                  <a:pt x="43850" y="60020"/>
                </a:lnTo>
                <a:lnTo>
                  <a:pt x="42039" y="61960"/>
                </a:lnTo>
                <a:lnTo>
                  <a:pt x="40229" y="63642"/>
                </a:lnTo>
                <a:lnTo>
                  <a:pt x="38288" y="65323"/>
                </a:lnTo>
                <a:lnTo>
                  <a:pt x="36477" y="66876"/>
                </a:lnTo>
                <a:lnTo>
                  <a:pt x="34537" y="68428"/>
                </a:lnTo>
                <a:lnTo>
                  <a:pt x="30786" y="71144"/>
                </a:lnTo>
                <a:lnTo>
                  <a:pt x="27035" y="73472"/>
                </a:lnTo>
                <a:lnTo>
                  <a:pt x="23413" y="75413"/>
                </a:lnTo>
                <a:lnTo>
                  <a:pt x="20050" y="77094"/>
                </a:lnTo>
                <a:lnTo>
                  <a:pt x="17204" y="78388"/>
                </a:lnTo>
                <a:lnTo>
                  <a:pt x="14617" y="79164"/>
                </a:lnTo>
                <a:lnTo>
                  <a:pt x="12677" y="79681"/>
                </a:lnTo>
                <a:lnTo>
                  <a:pt x="12677" y="79681"/>
                </a:lnTo>
                <a:close/>
              </a:path>
            </a:pathLst>
          </a:custGeom>
          <a:noFill/>
          <a:ln cap="rnd" cmpd="sng" w="51750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190"/>
          <p:cNvSpPr/>
          <p:nvPr/>
        </p:nvSpPr>
        <p:spPr>
          <a:xfrm>
            <a:off x="1728183" y="2087475"/>
            <a:ext cx="703383" cy="980288"/>
          </a:xfrm>
          <a:custGeom>
            <a:rect b="b" l="l" r="r" t="t"/>
            <a:pathLst>
              <a:path extrusionOk="0" fill="none" h="79682" w="57174">
                <a:moveTo>
                  <a:pt x="12548" y="79681"/>
                </a:moveTo>
                <a:lnTo>
                  <a:pt x="12548" y="79681"/>
                </a:lnTo>
                <a:lnTo>
                  <a:pt x="15523" y="75283"/>
                </a:lnTo>
                <a:lnTo>
                  <a:pt x="17980" y="71403"/>
                </a:lnTo>
                <a:lnTo>
                  <a:pt x="19791" y="67910"/>
                </a:lnTo>
                <a:lnTo>
                  <a:pt x="21214" y="64806"/>
                </a:lnTo>
                <a:lnTo>
                  <a:pt x="22249" y="62090"/>
                </a:lnTo>
                <a:lnTo>
                  <a:pt x="22896" y="59891"/>
                </a:lnTo>
                <a:lnTo>
                  <a:pt x="23284" y="58080"/>
                </a:lnTo>
                <a:lnTo>
                  <a:pt x="23413" y="56786"/>
                </a:lnTo>
                <a:lnTo>
                  <a:pt x="23413" y="56786"/>
                </a:lnTo>
                <a:lnTo>
                  <a:pt x="20955" y="56139"/>
                </a:lnTo>
                <a:lnTo>
                  <a:pt x="18498" y="55363"/>
                </a:lnTo>
                <a:lnTo>
                  <a:pt x="16299" y="54458"/>
                </a:lnTo>
                <a:lnTo>
                  <a:pt x="14100" y="53294"/>
                </a:lnTo>
                <a:lnTo>
                  <a:pt x="12030" y="52000"/>
                </a:lnTo>
                <a:lnTo>
                  <a:pt x="10090" y="50448"/>
                </a:lnTo>
                <a:lnTo>
                  <a:pt x="8279" y="48896"/>
                </a:lnTo>
                <a:lnTo>
                  <a:pt x="6727" y="47085"/>
                </a:lnTo>
                <a:lnTo>
                  <a:pt x="5174" y="45144"/>
                </a:lnTo>
                <a:lnTo>
                  <a:pt x="3881" y="43075"/>
                </a:lnTo>
                <a:lnTo>
                  <a:pt x="2717" y="40876"/>
                </a:lnTo>
                <a:lnTo>
                  <a:pt x="1811" y="38547"/>
                </a:lnTo>
                <a:lnTo>
                  <a:pt x="1035" y="36219"/>
                </a:lnTo>
                <a:lnTo>
                  <a:pt x="388" y="33761"/>
                </a:lnTo>
                <a:lnTo>
                  <a:pt x="130" y="31174"/>
                </a:lnTo>
                <a:lnTo>
                  <a:pt x="0" y="28587"/>
                </a:lnTo>
                <a:lnTo>
                  <a:pt x="0" y="28587"/>
                </a:lnTo>
                <a:lnTo>
                  <a:pt x="130" y="25742"/>
                </a:lnTo>
                <a:lnTo>
                  <a:pt x="518" y="22896"/>
                </a:lnTo>
                <a:lnTo>
                  <a:pt x="1294" y="20050"/>
                </a:lnTo>
                <a:lnTo>
                  <a:pt x="2199" y="17463"/>
                </a:lnTo>
                <a:lnTo>
                  <a:pt x="3364" y="15005"/>
                </a:lnTo>
                <a:lnTo>
                  <a:pt x="4786" y="12677"/>
                </a:lnTo>
                <a:lnTo>
                  <a:pt x="6468" y="10478"/>
                </a:lnTo>
                <a:lnTo>
                  <a:pt x="8279" y="8409"/>
                </a:lnTo>
                <a:lnTo>
                  <a:pt x="10349" y="6598"/>
                </a:lnTo>
                <a:lnTo>
                  <a:pt x="12548" y="4916"/>
                </a:lnTo>
                <a:lnTo>
                  <a:pt x="14876" y="3493"/>
                </a:lnTo>
                <a:lnTo>
                  <a:pt x="17463" y="2200"/>
                </a:lnTo>
                <a:lnTo>
                  <a:pt x="20050" y="1294"/>
                </a:lnTo>
                <a:lnTo>
                  <a:pt x="22766" y="647"/>
                </a:lnTo>
                <a:lnTo>
                  <a:pt x="25612" y="130"/>
                </a:lnTo>
                <a:lnTo>
                  <a:pt x="28587" y="1"/>
                </a:lnTo>
                <a:lnTo>
                  <a:pt x="28587" y="1"/>
                </a:lnTo>
                <a:lnTo>
                  <a:pt x="31433" y="130"/>
                </a:lnTo>
                <a:lnTo>
                  <a:pt x="34279" y="647"/>
                </a:lnTo>
                <a:lnTo>
                  <a:pt x="37124" y="1294"/>
                </a:lnTo>
                <a:lnTo>
                  <a:pt x="39711" y="2200"/>
                </a:lnTo>
                <a:lnTo>
                  <a:pt x="42169" y="3493"/>
                </a:lnTo>
                <a:lnTo>
                  <a:pt x="44627" y="4916"/>
                </a:lnTo>
                <a:lnTo>
                  <a:pt x="46826" y="6598"/>
                </a:lnTo>
                <a:lnTo>
                  <a:pt x="48766" y="8409"/>
                </a:lnTo>
                <a:lnTo>
                  <a:pt x="50706" y="10478"/>
                </a:lnTo>
                <a:lnTo>
                  <a:pt x="52259" y="12677"/>
                </a:lnTo>
                <a:lnTo>
                  <a:pt x="53681" y="15005"/>
                </a:lnTo>
                <a:lnTo>
                  <a:pt x="54975" y="17463"/>
                </a:lnTo>
                <a:lnTo>
                  <a:pt x="55880" y="20050"/>
                </a:lnTo>
                <a:lnTo>
                  <a:pt x="56657" y="22896"/>
                </a:lnTo>
                <a:lnTo>
                  <a:pt x="57045" y="25742"/>
                </a:lnTo>
                <a:lnTo>
                  <a:pt x="57174" y="28587"/>
                </a:lnTo>
                <a:lnTo>
                  <a:pt x="57174" y="28587"/>
                </a:lnTo>
                <a:lnTo>
                  <a:pt x="57045" y="31562"/>
                </a:lnTo>
                <a:lnTo>
                  <a:pt x="56786" y="34279"/>
                </a:lnTo>
                <a:lnTo>
                  <a:pt x="56268" y="37125"/>
                </a:lnTo>
                <a:lnTo>
                  <a:pt x="55622" y="39712"/>
                </a:lnTo>
                <a:lnTo>
                  <a:pt x="54846" y="42299"/>
                </a:lnTo>
                <a:lnTo>
                  <a:pt x="53811" y="44886"/>
                </a:lnTo>
                <a:lnTo>
                  <a:pt x="52776" y="47214"/>
                </a:lnTo>
                <a:lnTo>
                  <a:pt x="51482" y="49542"/>
                </a:lnTo>
                <a:lnTo>
                  <a:pt x="50060" y="51871"/>
                </a:lnTo>
                <a:lnTo>
                  <a:pt x="48637" y="54070"/>
                </a:lnTo>
                <a:lnTo>
                  <a:pt x="47084" y="56139"/>
                </a:lnTo>
                <a:lnTo>
                  <a:pt x="45403" y="58209"/>
                </a:lnTo>
                <a:lnTo>
                  <a:pt x="43721" y="60020"/>
                </a:lnTo>
                <a:lnTo>
                  <a:pt x="41910" y="61960"/>
                </a:lnTo>
                <a:lnTo>
                  <a:pt x="40099" y="63642"/>
                </a:lnTo>
                <a:lnTo>
                  <a:pt x="38289" y="65323"/>
                </a:lnTo>
                <a:lnTo>
                  <a:pt x="36348" y="66876"/>
                </a:lnTo>
                <a:lnTo>
                  <a:pt x="34408" y="68428"/>
                </a:lnTo>
                <a:lnTo>
                  <a:pt x="30657" y="71144"/>
                </a:lnTo>
                <a:lnTo>
                  <a:pt x="26906" y="73472"/>
                </a:lnTo>
                <a:lnTo>
                  <a:pt x="23284" y="75413"/>
                </a:lnTo>
                <a:lnTo>
                  <a:pt x="20050" y="77094"/>
                </a:lnTo>
                <a:lnTo>
                  <a:pt x="17075" y="78388"/>
                </a:lnTo>
                <a:lnTo>
                  <a:pt x="14488" y="79164"/>
                </a:lnTo>
                <a:lnTo>
                  <a:pt x="12548" y="79681"/>
                </a:lnTo>
                <a:lnTo>
                  <a:pt x="12548" y="79681"/>
                </a:lnTo>
                <a:close/>
              </a:path>
            </a:pathLst>
          </a:custGeom>
          <a:noFill/>
          <a:ln cap="rnd" cmpd="sng" w="51750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190"/>
          <p:cNvSpPr txBox="1"/>
          <p:nvPr>
            <p:ph idx="1" type="subTitle"/>
          </p:nvPr>
        </p:nvSpPr>
        <p:spPr>
          <a:xfrm>
            <a:off x="722800" y="3899125"/>
            <a:ext cx="1944000" cy="4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50"/>
              <a:buNone/>
              <a:defRPr sz="12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59" name="Google Shape;1459;p190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25"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91"/>
          <p:cNvSpPr/>
          <p:nvPr/>
        </p:nvSpPr>
        <p:spPr>
          <a:xfrm>
            <a:off x="425994" y="1687050"/>
            <a:ext cx="1985400" cy="19854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191"/>
          <p:cNvSpPr/>
          <p:nvPr/>
        </p:nvSpPr>
        <p:spPr>
          <a:xfrm>
            <a:off x="2528198" y="1687050"/>
            <a:ext cx="1985400" cy="19854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191"/>
          <p:cNvSpPr/>
          <p:nvPr/>
        </p:nvSpPr>
        <p:spPr>
          <a:xfrm>
            <a:off x="4630402" y="1687050"/>
            <a:ext cx="1985400" cy="19854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191"/>
          <p:cNvSpPr/>
          <p:nvPr/>
        </p:nvSpPr>
        <p:spPr>
          <a:xfrm>
            <a:off x="6732606" y="1687050"/>
            <a:ext cx="1985400" cy="1985400"/>
          </a:xfrm>
          <a:prstGeom prst="rect">
            <a:avLst/>
          </a:prstGeom>
          <a:solidFill>
            <a:srgbClr val="AAD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5" name="Google Shape;1465;p191"/>
          <p:cNvGrpSpPr/>
          <p:nvPr/>
        </p:nvGrpSpPr>
        <p:grpSpPr>
          <a:xfrm>
            <a:off x="2252708" y="2450242"/>
            <a:ext cx="459000" cy="459000"/>
            <a:chOff x="4898908" y="4195167"/>
            <a:chExt cx="459000" cy="459000"/>
          </a:xfrm>
        </p:grpSpPr>
        <p:sp>
          <p:nvSpPr>
            <p:cNvPr id="1466" name="Google Shape;1466;p191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82D49"/>
                </a:solidFill>
              </a:endParaRPr>
            </a:p>
          </p:txBody>
        </p:sp>
        <p:sp>
          <p:nvSpPr>
            <p:cNvPr id="1467" name="Google Shape;1467;p191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8" name="Google Shape;1468;p191"/>
          <p:cNvGrpSpPr/>
          <p:nvPr/>
        </p:nvGrpSpPr>
        <p:grpSpPr>
          <a:xfrm>
            <a:off x="4342508" y="2450242"/>
            <a:ext cx="459000" cy="459000"/>
            <a:chOff x="4898908" y="4195167"/>
            <a:chExt cx="459000" cy="459000"/>
          </a:xfrm>
        </p:grpSpPr>
        <p:sp>
          <p:nvSpPr>
            <p:cNvPr id="1469" name="Google Shape;1469;p191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82D49"/>
                </a:solidFill>
              </a:endParaRPr>
            </a:p>
          </p:txBody>
        </p:sp>
        <p:sp>
          <p:nvSpPr>
            <p:cNvPr id="1470" name="Google Shape;1470;p191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1" name="Google Shape;1471;p191"/>
          <p:cNvGrpSpPr/>
          <p:nvPr/>
        </p:nvGrpSpPr>
        <p:grpSpPr>
          <a:xfrm>
            <a:off x="6432308" y="2450242"/>
            <a:ext cx="459000" cy="459000"/>
            <a:chOff x="4898908" y="4195167"/>
            <a:chExt cx="459000" cy="459000"/>
          </a:xfrm>
        </p:grpSpPr>
        <p:sp>
          <p:nvSpPr>
            <p:cNvPr id="1472" name="Google Shape;1472;p191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82D49"/>
                </a:solidFill>
              </a:endParaRPr>
            </a:p>
          </p:txBody>
        </p:sp>
        <p:sp>
          <p:nvSpPr>
            <p:cNvPr id="1473" name="Google Shape;1473;p191"/>
            <p:cNvSpPr/>
            <p:nvPr/>
          </p:nvSpPr>
          <p:spPr>
            <a:xfrm>
              <a:off x="5101067" y="4330887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4" name="Google Shape;1474;p191"/>
          <p:cNvSpPr txBox="1"/>
          <p:nvPr/>
        </p:nvSpPr>
        <p:spPr>
          <a:xfrm>
            <a:off x="537875" y="2459250"/>
            <a:ext cx="173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75" name="Google Shape;1475;p191"/>
          <p:cNvSpPr txBox="1"/>
          <p:nvPr/>
        </p:nvSpPr>
        <p:spPr>
          <a:xfrm>
            <a:off x="2702913" y="2459250"/>
            <a:ext cx="173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76" name="Google Shape;1476;p191"/>
          <p:cNvSpPr txBox="1"/>
          <p:nvPr/>
        </p:nvSpPr>
        <p:spPr>
          <a:xfrm>
            <a:off x="6891288" y="2459250"/>
            <a:ext cx="173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77" name="Google Shape;1477;p191"/>
          <p:cNvSpPr txBox="1"/>
          <p:nvPr/>
        </p:nvSpPr>
        <p:spPr>
          <a:xfrm>
            <a:off x="4757438" y="2459250"/>
            <a:ext cx="1731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78" name="Google Shape;1478;p19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9" name="Google Shape;1479;p191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92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192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83" name="Google Shape;1483;p192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84" name="Google Shape;1484;p192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192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86" name="Google Shape;1486;p192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7" name="Google Shape;1487;p192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8" name="Google Shape;1488;p192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89" name="Google Shape;1489;p192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90" name="Google Shape;1490;p192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1" name="Google Shape;1491;p192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2" name="Google Shape;1492;p19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93" name="Google Shape;1493;p192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93"/>
          <p:cNvSpPr/>
          <p:nvPr/>
        </p:nvSpPr>
        <p:spPr>
          <a:xfrm flipH="1">
            <a:off x="511766" y="17831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96" name="Google Shape;1496;p193"/>
          <p:cNvGrpSpPr/>
          <p:nvPr/>
        </p:nvGrpSpPr>
        <p:grpSpPr>
          <a:xfrm>
            <a:off x="511772" y="1190428"/>
            <a:ext cx="533372" cy="533480"/>
            <a:chOff x="457200" y="1378813"/>
            <a:chExt cx="695400" cy="695450"/>
          </a:xfrm>
        </p:grpSpPr>
        <p:sp>
          <p:nvSpPr>
            <p:cNvPr id="1497" name="Google Shape;1497;p193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8" name="Google Shape;1498;p193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99" name="Google Shape;1499;p193"/>
          <p:cNvGrpSpPr/>
          <p:nvPr/>
        </p:nvGrpSpPr>
        <p:grpSpPr>
          <a:xfrm>
            <a:off x="3283547" y="1190428"/>
            <a:ext cx="533372" cy="533480"/>
            <a:chOff x="457200" y="1378813"/>
            <a:chExt cx="695400" cy="695450"/>
          </a:xfrm>
        </p:grpSpPr>
        <p:sp>
          <p:nvSpPr>
            <p:cNvPr id="1500" name="Google Shape;1500;p193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1" name="Google Shape;1501;p193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02" name="Google Shape;1502;p193"/>
          <p:cNvSpPr/>
          <p:nvPr/>
        </p:nvSpPr>
        <p:spPr>
          <a:xfrm flipH="1">
            <a:off x="3283541" y="178310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3" name="Google Shape;1503;p193"/>
          <p:cNvGrpSpPr/>
          <p:nvPr/>
        </p:nvGrpSpPr>
        <p:grpSpPr>
          <a:xfrm>
            <a:off x="6188672" y="1191178"/>
            <a:ext cx="533372" cy="533480"/>
            <a:chOff x="457200" y="1378813"/>
            <a:chExt cx="695400" cy="695450"/>
          </a:xfrm>
        </p:grpSpPr>
        <p:sp>
          <p:nvSpPr>
            <p:cNvPr id="1504" name="Google Shape;1504;p193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i="0" lang="en" sz="2100" u="none" cap="none" strike="noStrike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21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5" name="Google Shape;1505;p193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506" name="Google Shape;1506;p193"/>
          <p:cNvSpPr/>
          <p:nvPr/>
        </p:nvSpPr>
        <p:spPr>
          <a:xfrm flipH="1">
            <a:off x="6188666" y="1783850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19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8" name="Google Shape;1508;p193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">
  <p:cSld name="CUSTOM_28">
    <p:bg>
      <p:bgPr>
        <a:solidFill>
          <a:srgbClr val="FFFFFF"/>
        </a:solidFill>
      </p:bgPr>
    </p:bg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194"/>
          <p:cNvSpPr/>
          <p:nvPr/>
        </p:nvSpPr>
        <p:spPr>
          <a:xfrm>
            <a:off x="457160" y="1292968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11" name="Google Shape;1511;p194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12" name="Google Shape;1512;p194"/>
          <p:cNvSpPr/>
          <p:nvPr/>
        </p:nvSpPr>
        <p:spPr>
          <a:xfrm>
            <a:off x="4876760" y="12929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13" name="Google Shape;1513;p194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194"/>
          <p:cNvSpPr txBox="1"/>
          <p:nvPr/>
        </p:nvSpPr>
        <p:spPr>
          <a:xfrm>
            <a:off x="457150" y="1304805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15" name="Google Shape;1515;p194"/>
          <p:cNvSpPr txBox="1"/>
          <p:nvPr/>
        </p:nvSpPr>
        <p:spPr>
          <a:xfrm>
            <a:off x="4876750" y="13095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16" name="Google Shape;1516;p194"/>
          <p:cNvSpPr txBox="1"/>
          <p:nvPr>
            <p:ph type="title"/>
          </p:nvPr>
        </p:nvSpPr>
        <p:spPr>
          <a:xfrm>
            <a:off x="542175" y="1329825"/>
            <a:ext cx="3649200" cy="3936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17" name="Google Shape;1517;p194"/>
          <p:cNvSpPr txBox="1"/>
          <p:nvPr>
            <p:ph idx="2" type="title"/>
          </p:nvPr>
        </p:nvSpPr>
        <p:spPr>
          <a:xfrm>
            <a:off x="4976200" y="1329825"/>
            <a:ext cx="3649200" cy="3936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18" name="Google Shape;1518;p194"/>
          <p:cNvSpPr txBox="1"/>
          <p:nvPr>
            <p:ph idx="3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Font typeface="Roboto Light"/>
              <a:buNone/>
              <a:defRPr b="0"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19" name="Google Shape;1519;p194"/>
          <p:cNvSpPr txBox="1"/>
          <p:nvPr>
            <p:ph idx="4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b="0"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20" name="Google Shape;1520;p194"/>
          <p:cNvSpPr txBox="1"/>
          <p:nvPr>
            <p:ph idx="5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21" name="Google Shape;1521;p1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2" name="Google Shape;1522;p194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1">
  <p:cSld name="CUSTOM_28_1">
    <p:bg>
      <p:bgPr>
        <a:solidFill>
          <a:srgbClr val="FFFFFF"/>
        </a:solidFill>
      </p:bgPr>
    </p:bg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195"/>
          <p:cNvSpPr/>
          <p:nvPr/>
        </p:nvSpPr>
        <p:spPr>
          <a:xfrm>
            <a:off x="11088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25" name="Google Shape;1525;p195"/>
          <p:cNvSpPr txBox="1"/>
          <p:nvPr>
            <p:ph type="title"/>
          </p:nvPr>
        </p:nvSpPr>
        <p:spPr>
          <a:xfrm>
            <a:off x="11794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26" name="Google Shape;1526;p195"/>
          <p:cNvSpPr txBox="1"/>
          <p:nvPr>
            <p:ph idx="2" type="title"/>
          </p:nvPr>
        </p:nvSpPr>
        <p:spPr>
          <a:xfrm>
            <a:off x="896225" y="1871375"/>
            <a:ext cx="3408900" cy="26223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27" name="Google Shape;1527;p195"/>
          <p:cNvSpPr txBox="1"/>
          <p:nvPr>
            <p:ph idx="3" type="title"/>
          </p:nvPr>
        </p:nvSpPr>
        <p:spPr>
          <a:xfrm>
            <a:off x="5323925" y="1871375"/>
            <a:ext cx="3607500" cy="26223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 Light"/>
              <a:buNone/>
              <a:defRPr b="0" sz="16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28" name="Google Shape;1528;p195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29" name="Google Shape;1529;p1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0" name="Google Shape;1530;p195"/>
          <p:cNvGrpSpPr/>
          <p:nvPr/>
        </p:nvGrpSpPr>
        <p:grpSpPr>
          <a:xfrm>
            <a:off x="457147" y="1190428"/>
            <a:ext cx="533372" cy="533480"/>
            <a:chOff x="457200" y="1378813"/>
            <a:chExt cx="695400" cy="695450"/>
          </a:xfrm>
        </p:grpSpPr>
        <p:sp>
          <p:nvSpPr>
            <p:cNvPr id="1531" name="Google Shape;1531;p19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532" name="Google Shape;1532;p195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3" name="Google Shape;1533;p195"/>
          <p:cNvGrpSpPr/>
          <p:nvPr/>
        </p:nvGrpSpPr>
        <p:grpSpPr>
          <a:xfrm>
            <a:off x="4876797" y="1190428"/>
            <a:ext cx="533372" cy="533480"/>
            <a:chOff x="2605668" y="1378813"/>
            <a:chExt cx="695400" cy="695450"/>
          </a:xfrm>
        </p:grpSpPr>
        <p:sp>
          <p:nvSpPr>
            <p:cNvPr id="1534" name="Google Shape;1534;p195"/>
            <p:cNvSpPr/>
            <p:nvPr/>
          </p:nvSpPr>
          <p:spPr>
            <a:xfrm>
              <a:off x="2605668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535" name="Google Shape;1535;p195"/>
            <p:cNvSpPr/>
            <p:nvPr/>
          </p:nvSpPr>
          <p:spPr>
            <a:xfrm rot="10800000">
              <a:off x="2783210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6" name="Google Shape;1536;p195"/>
          <p:cNvSpPr/>
          <p:nvPr/>
        </p:nvSpPr>
        <p:spPr>
          <a:xfrm>
            <a:off x="5528977" y="1183050"/>
            <a:ext cx="31965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37" name="Google Shape;1537;p195"/>
          <p:cNvSpPr txBox="1"/>
          <p:nvPr>
            <p:ph idx="5" type="title"/>
          </p:nvPr>
        </p:nvSpPr>
        <p:spPr>
          <a:xfrm>
            <a:off x="5599593" y="1219907"/>
            <a:ext cx="3031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None/>
              <a:defRPr b="0" sz="18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538" name="Google Shape;1538;p195"/>
          <p:cNvSpPr txBox="1"/>
          <p:nvPr>
            <p:ph idx="6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25_1"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196"/>
          <p:cNvSpPr txBox="1"/>
          <p:nvPr/>
        </p:nvSpPr>
        <p:spPr>
          <a:xfrm>
            <a:off x="304800" y="1086450"/>
            <a:ext cx="2024100" cy="36822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41" name="Google Shape;1541;p196"/>
          <p:cNvSpPr txBox="1"/>
          <p:nvPr/>
        </p:nvSpPr>
        <p:spPr>
          <a:xfrm>
            <a:off x="2475917" y="1086450"/>
            <a:ext cx="2024100" cy="36822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42" name="Google Shape;1542;p196"/>
          <p:cNvSpPr txBox="1"/>
          <p:nvPr/>
        </p:nvSpPr>
        <p:spPr>
          <a:xfrm>
            <a:off x="4647033" y="1086450"/>
            <a:ext cx="2024100" cy="36822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43" name="Google Shape;1543;p196"/>
          <p:cNvSpPr txBox="1"/>
          <p:nvPr/>
        </p:nvSpPr>
        <p:spPr>
          <a:xfrm>
            <a:off x="6818150" y="1086450"/>
            <a:ext cx="2024100" cy="3682200"/>
          </a:xfrm>
          <a:prstGeom prst="rect">
            <a:avLst/>
          </a:prstGeom>
          <a:solidFill>
            <a:srgbClr val="AADCF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44" name="Google Shape;1544;p196"/>
          <p:cNvSpPr/>
          <p:nvPr/>
        </p:nvSpPr>
        <p:spPr>
          <a:xfrm>
            <a:off x="6964850" y="1133784"/>
            <a:ext cx="1730700" cy="268800"/>
          </a:xfrm>
          <a:prstGeom prst="roundRect">
            <a:avLst>
              <a:gd fmla="val 1650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12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Title</a:t>
            </a:r>
            <a:endParaRPr b="1" sz="17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5" name="Google Shape;1545;p196"/>
          <p:cNvSpPr/>
          <p:nvPr/>
        </p:nvSpPr>
        <p:spPr>
          <a:xfrm>
            <a:off x="7116375" y="2062013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196"/>
          <p:cNvSpPr txBox="1"/>
          <p:nvPr/>
        </p:nvSpPr>
        <p:spPr>
          <a:xfrm>
            <a:off x="7271838" y="2040413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47" name="Google Shape;1547;p196"/>
          <p:cNvSpPr/>
          <p:nvPr/>
        </p:nvSpPr>
        <p:spPr>
          <a:xfrm>
            <a:off x="6948614" y="2032604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2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48" name="Google Shape;1548;p196"/>
          <p:cNvSpPr/>
          <p:nvPr/>
        </p:nvSpPr>
        <p:spPr>
          <a:xfrm>
            <a:off x="4793738" y="1133784"/>
            <a:ext cx="1730700" cy="268800"/>
          </a:xfrm>
          <a:prstGeom prst="roundRect">
            <a:avLst>
              <a:gd fmla="val 1650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12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Title</a:t>
            </a:r>
            <a:endParaRPr b="1"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9" name="Google Shape;1549;p196"/>
          <p:cNvSpPr/>
          <p:nvPr/>
        </p:nvSpPr>
        <p:spPr>
          <a:xfrm>
            <a:off x="2622625" y="1133784"/>
            <a:ext cx="1730700" cy="268800"/>
          </a:xfrm>
          <a:prstGeom prst="roundRect">
            <a:avLst>
              <a:gd fmla="val 1650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12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Title</a:t>
            </a:r>
            <a:endParaRPr b="1" sz="17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0" name="Google Shape;1550;p196"/>
          <p:cNvSpPr/>
          <p:nvPr/>
        </p:nvSpPr>
        <p:spPr>
          <a:xfrm>
            <a:off x="451525" y="1133784"/>
            <a:ext cx="1730700" cy="268800"/>
          </a:xfrm>
          <a:prstGeom prst="roundRect">
            <a:avLst>
              <a:gd fmla="val 1650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12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7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Title</a:t>
            </a:r>
            <a:endParaRPr b="1" sz="17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1" name="Google Shape;1551;p196"/>
          <p:cNvSpPr/>
          <p:nvPr/>
        </p:nvSpPr>
        <p:spPr>
          <a:xfrm>
            <a:off x="603050" y="2062019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p196"/>
          <p:cNvSpPr txBox="1"/>
          <p:nvPr/>
        </p:nvSpPr>
        <p:spPr>
          <a:xfrm>
            <a:off x="758513" y="2040419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53" name="Google Shape;1553;p196"/>
          <p:cNvSpPr/>
          <p:nvPr/>
        </p:nvSpPr>
        <p:spPr>
          <a:xfrm>
            <a:off x="435289" y="2032611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2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54" name="Google Shape;1554;p196"/>
          <p:cNvSpPr/>
          <p:nvPr/>
        </p:nvSpPr>
        <p:spPr>
          <a:xfrm>
            <a:off x="603050" y="1618216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196"/>
          <p:cNvSpPr txBox="1"/>
          <p:nvPr/>
        </p:nvSpPr>
        <p:spPr>
          <a:xfrm>
            <a:off x="758513" y="1596616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56" name="Google Shape;1556;p196"/>
          <p:cNvSpPr/>
          <p:nvPr/>
        </p:nvSpPr>
        <p:spPr>
          <a:xfrm>
            <a:off x="435289" y="1588808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1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57" name="Google Shape;1557;p196"/>
          <p:cNvSpPr/>
          <p:nvPr/>
        </p:nvSpPr>
        <p:spPr>
          <a:xfrm>
            <a:off x="603050" y="2505822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196"/>
          <p:cNvSpPr txBox="1"/>
          <p:nvPr/>
        </p:nvSpPr>
        <p:spPr>
          <a:xfrm>
            <a:off x="758513" y="2484222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59" name="Google Shape;1559;p196"/>
          <p:cNvSpPr/>
          <p:nvPr/>
        </p:nvSpPr>
        <p:spPr>
          <a:xfrm>
            <a:off x="435289" y="2476414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3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60" name="Google Shape;1560;p196"/>
          <p:cNvSpPr/>
          <p:nvPr/>
        </p:nvSpPr>
        <p:spPr>
          <a:xfrm>
            <a:off x="603050" y="2949625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196"/>
          <p:cNvSpPr txBox="1"/>
          <p:nvPr/>
        </p:nvSpPr>
        <p:spPr>
          <a:xfrm>
            <a:off x="758513" y="2928025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62" name="Google Shape;1562;p196"/>
          <p:cNvSpPr/>
          <p:nvPr/>
        </p:nvSpPr>
        <p:spPr>
          <a:xfrm>
            <a:off x="435289" y="2920216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4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63" name="Google Shape;1563;p196"/>
          <p:cNvSpPr/>
          <p:nvPr/>
        </p:nvSpPr>
        <p:spPr>
          <a:xfrm>
            <a:off x="603050" y="3393427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196"/>
          <p:cNvSpPr txBox="1"/>
          <p:nvPr/>
        </p:nvSpPr>
        <p:spPr>
          <a:xfrm>
            <a:off x="758513" y="3371827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65" name="Google Shape;1565;p196"/>
          <p:cNvSpPr/>
          <p:nvPr/>
        </p:nvSpPr>
        <p:spPr>
          <a:xfrm>
            <a:off x="435289" y="3364019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5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66" name="Google Shape;1566;p196"/>
          <p:cNvSpPr/>
          <p:nvPr/>
        </p:nvSpPr>
        <p:spPr>
          <a:xfrm>
            <a:off x="603050" y="3837230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196"/>
          <p:cNvSpPr txBox="1"/>
          <p:nvPr/>
        </p:nvSpPr>
        <p:spPr>
          <a:xfrm>
            <a:off x="758513" y="3815630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68" name="Google Shape;1568;p196"/>
          <p:cNvSpPr/>
          <p:nvPr/>
        </p:nvSpPr>
        <p:spPr>
          <a:xfrm>
            <a:off x="435289" y="3807822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6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69" name="Google Shape;1569;p196"/>
          <p:cNvSpPr/>
          <p:nvPr/>
        </p:nvSpPr>
        <p:spPr>
          <a:xfrm>
            <a:off x="603050" y="4281033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196"/>
          <p:cNvSpPr txBox="1"/>
          <p:nvPr/>
        </p:nvSpPr>
        <p:spPr>
          <a:xfrm>
            <a:off x="758513" y="4259433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71" name="Google Shape;1571;p196"/>
          <p:cNvSpPr/>
          <p:nvPr/>
        </p:nvSpPr>
        <p:spPr>
          <a:xfrm>
            <a:off x="435289" y="4251625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7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72" name="Google Shape;1572;p196"/>
          <p:cNvSpPr/>
          <p:nvPr/>
        </p:nvSpPr>
        <p:spPr>
          <a:xfrm>
            <a:off x="7116375" y="1618216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196"/>
          <p:cNvSpPr txBox="1"/>
          <p:nvPr/>
        </p:nvSpPr>
        <p:spPr>
          <a:xfrm>
            <a:off x="7271838" y="1596616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74" name="Google Shape;1574;p196"/>
          <p:cNvSpPr/>
          <p:nvPr/>
        </p:nvSpPr>
        <p:spPr>
          <a:xfrm>
            <a:off x="6948614" y="1588808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1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75" name="Google Shape;1575;p196"/>
          <p:cNvSpPr/>
          <p:nvPr/>
        </p:nvSpPr>
        <p:spPr>
          <a:xfrm>
            <a:off x="7116375" y="2505822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196"/>
          <p:cNvSpPr txBox="1"/>
          <p:nvPr/>
        </p:nvSpPr>
        <p:spPr>
          <a:xfrm>
            <a:off x="7271838" y="2484222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77" name="Google Shape;1577;p196"/>
          <p:cNvSpPr/>
          <p:nvPr/>
        </p:nvSpPr>
        <p:spPr>
          <a:xfrm>
            <a:off x="6948614" y="2476414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3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78" name="Google Shape;1578;p196"/>
          <p:cNvSpPr/>
          <p:nvPr/>
        </p:nvSpPr>
        <p:spPr>
          <a:xfrm>
            <a:off x="2774137" y="2062019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196"/>
          <p:cNvSpPr txBox="1"/>
          <p:nvPr/>
        </p:nvSpPr>
        <p:spPr>
          <a:xfrm>
            <a:off x="2929600" y="2040419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80" name="Google Shape;1580;p196"/>
          <p:cNvSpPr/>
          <p:nvPr/>
        </p:nvSpPr>
        <p:spPr>
          <a:xfrm>
            <a:off x="2606377" y="2032611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2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81" name="Google Shape;1581;p196"/>
          <p:cNvSpPr/>
          <p:nvPr/>
        </p:nvSpPr>
        <p:spPr>
          <a:xfrm>
            <a:off x="2774137" y="1618216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196"/>
          <p:cNvSpPr txBox="1"/>
          <p:nvPr/>
        </p:nvSpPr>
        <p:spPr>
          <a:xfrm>
            <a:off x="2929600" y="1596616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83" name="Google Shape;1583;p196"/>
          <p:cNvSpPr/>
          <p:nvPr/>
        </p:nvSpPr>
        <p:spPr>
          <a:xfrm>
            <a:off x="2606377" y="1588808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1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84" name="Google Shape;1584;p196"/>
          <p:cNvSpPr/>
          <p:nvPr/>
        </p:nvSpPr>
        <p:spPr>
          <a:xfrm>
            <a:off x="2774137" y="2505822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196"/>
          <p:cNvSpPr txBox="1"/>
          <p:nvPr/>
        </p:nvSpPr>
        <p:spPr>
          <a:xfrm>
            <a:off x="2929600" y="2484222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86" name="Google Shape;1586;p196"/>
          <p:cNvSpPr/>
          <p:nvPr/>
        </p:nvSpPr>
        <p:spPr>
          <a:xfrm>
            <a:off x="2606377" y="2476414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3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87" name="Google Shape;1587;p196"/>
          <p:cNvSpPr/>
          <p:nvPr/>
        </p:nvSpPr>
        <p:spPr>
          <a:xfrm>
            <a:off x="4945275" y="2062019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196"/>
          <p:cNvSpPr txBox="1"/>
          <p:nvPr/>
        </p:nvSpPr>
        <p:spPr>
          <a:xfrm>
            <a:off x="5100738" y="2040419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89" name="Google Shape;1589;p196"/>
          <p:cNvSpPr/>
          <p:nvPr/>
        </p:nvSpPr>
        <p:spPr>
          <a:xfrm>
            <a:off x="4777514" y="2032611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2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90" name="Google Shape;1590;p196"/>
          <p:cNvSpPr/>
          <p:nvPr/>
        </p:nvSpPr>
        <p:spPr>
          <a:xfrm>
            <a:off x="4945275" y="1618216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196"/>
          <p:cNvSpPr txBox="1"/>
          <p:nvPr/>
        </p:nvSpPr>
        <p:spPr>
          <a:xfrm>
            <a:off x="5100738" y="1596616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92" name="Google Shape;1592;p196"/>
          <p:cNvSpPr/>
          <p:nvPr/>
        </p:nvSpPr>
        <p:spPr>
          <a:xfrm>
            <a:off x="4777514" y="1588808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1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93" name="Google Shape;1593;p196"/>
          <p:cNvSpPr/>
          <p:nvPr/>
        </p:nvSpPr>
        <p:spPr>
          <a:xfrm>
            <a:off x="2774137" y="2949625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196"/>
          <p:cNvSpPr txBox="1"/>
          <p:nvPr/>
        </p:nvSpPr>
        <p:spPr>
          <a:xfrm>
            <a:off x="2929600" y="2928025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95" name="Google Shape;1595;p196"/>
          <p:cNvSpPr/>
          <p:nvPr/>
        </p:nvSpPr>
        <p:spPr>
          <a:xfrm>
            <a:off x="2606377" y="2920216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4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96" name="Google Shape;1596;p196"/>
          <p:cNvSpPr/>
          <p:nvPr/>
        </p:nvSpPr>
        <p:spPr>
          <a:xfrm>
            <a:off x="2774137" y="3393427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196"/>
          <p:cNvSpPr txBox="1"/>
          <p:nvPr/>
        </p:nvSpPr>
        <p:spPr>
          <a:xfrm>
            <a:off x="2929600" y="3371827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98" name="Google Shape;1598;p196"/>
          <p:cNvSpPr/>
          <p:nvPr/>
        </p:nvSpPr>
        <p:spPr>
          <a:xfrm>
            <a:off x="2606377" y="3364019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5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599" name="Google Shape;1599;p196"/>
          <p:cNvSpPr/>
          <p:nvPr/>
        </p:nvSpPr>
        <p:spPr>
          <a:xfrm>
            <a:off x="2774137" y="3837230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196"/>
          <p:cNvSpPr txBox="1"/>
          <p:nvPr/>
        </p:nvSpPr>
        <p:spPr>
          <a:xfrm>
            <a:off x="2929600" y="3815630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01" name="Google Shape;1601;p196"/>
          <p:cNvSpPr/>
          <p:nvPr/>
        </p:nvSpPr>
        <p:spPr>
          <a:xfrm>
            <a:off x="2606377" y="3807822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6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602" name="Google Shape;1602;p196"/>
          <p:cNvSpPr/>
          <p:nvPr/>
        </p:nvSpPr>
        <p:spPr>
          <a:xfrm>
            <a:off x="2774137" y="4281033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196"/>
          <p:cNvSpPr txBox="1"/>
          <p:nvPr/>
        </p:nvSpPr>
        <p:spPr>
          <a:xfrm>
            <a:off x="2929600" y="4259433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04" name="Google Shape;1604;p196"/>
          <p:cNvSpPr/>
          <p:nvPr/>
        </p:nvSpPr>
        <p:spPr>
          <a:xfrm>
            <a:off x="2606377" y="4251625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7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605" name="Google Shape;1605;p196"/>
          <p:cNvSpPr/>
          <p:nvPr/>
        </p:nvSpPr>
        <p:spPr>
          <a:xfrm>
            <a:off x="4945262" y="2949625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196"/>
          <p:cNvSpPr txBox="1"/>
          <p:nvPr/>
        </p:nvSpPr>
        <p:spPr>
          <a:xfrm>
            <a:off x="5100725" y="2928025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07" name="Google Shape;1607;p196"/>
          <p:cNvSpPr/>
          <p:nvPr/>
        </p:nvSpPr>
        <p:spPr>
          <a:xfrm>
            <a:off x="4777502" y="2920216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4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608" name="Google Shape;1608;p196"/>
          <p:cNvSpPr/>
          <p:nvPr/>
        </p:nvSpPr>
        <p:spPr>
          <a:xfrm>
            <a:off x="4945262" y="3393427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196"/>
          <p:cNvSpPr txBox="1"/>
          <p:nvPr/>
        </p:nvSpPr>
        <p:spPr>
          <a:xfrm>
            <a:off x="5100725" y="3371827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10" name="Google Shape;1610;p196"/>
          <p:cNvSpPr/>
          <p:nvPr/>
        </p:nvSpPr>
        <p:spPr>
          <a:xfrm>
            <a:off x="4777502" y="3364019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5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611" name="Google Shape;1611;p196"/>
          <p:cNvSpPr/>
          <p:nvPr/>
        </p:nvSpPr>
        <p:spPr>
          <a:xfrm>
            <a:off x="4945262" y="3837230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96"/>
          <p:cNvSpPr txBox="1"/>
          <p:nvPr/>
        </p:nvSpPr>
        <p:spPr>
          <a:xfrm>
            <a:off x="5100725" y="3815630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13" name="Google Shape;1613;p196"/>
          <p:cNvSpPr/>
          <p:nvPr/>
        </p:nvSpPr>
        <p:spPr>
          <a:xfrm>
            <a:off x="4777502" y="3807822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6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614" name="Google Shape;1614;p196"/>
          <p:cNvSpPr/>
          <p:nvPr/>
        </p:nvSpPr>
        <p:spPr>
          <a:xfrm>
            <a:off x="4945262" y="4281033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196"/>
          <p:cNvSpPr txBox="1"/>
          <p:nvPr/>
        </p:nvSpPr>
        <p:spPr>
          <a:xfrm>
            <a:off x="5100725" y="4259433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16" name="Google Shape;1616;p196"/>
          <p:cNvSpPr/>
          <p:nvPr/>
        </p:nvSpPr>
        <p:spPr>
          <a:xfrm>
            <a:off x="4777502" y="4251625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7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617" name="Google Shape;1617;p196"/>
          <p:cNvSpPr/>
          <p:nvPr/>
        </p:nvSpPr>
        <p:spPr>
          <a:xfrm>
            <a:off x="7116387" y="2949625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196"/>
          <p:cNvSpPr txBox="1"/>
          <p:nvPr/>
        </p:nvSpPr>
        <p:spPr>
          <a:xfrm>
            <a:off x="7271850" y="2928025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19" name="Google Shape;1619;p196"/>
          <p:cNvSpPr/>
          <p:nvPr/>
        </p:nvSpPr>
        <p:spPr>
          <a:xfrm>
            <a:off x="6948627" y="2920216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4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620" name="Google Shape;1620;p196"/>
          <p:cNvSpPr/>
          <p:nvPr/>
        </p:nvSpPr>
        <p:spPr>
          <a:xfrm>
            <a:off x="7116387" y="3393427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196"/>
          <p:cNvSpPr txBox="1"/>
          <p:nvPr/>
        </p:nvSpPr>
        <p:spPr>
          <a:xfrm>
            <a:off x="7271850" y="3371827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22" name="Google Shape;1622;p196"/>
          <p:cNvSpPr/>
          <p:nvPr/>
        </p:nvSpPr>
        <p:spPr>
          <a:xfrm>
            <a:off x="6948627" y="3364019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5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623" name="Google Shape;1623;p196"/>
          <p:cNvSpPr/>
          <p:nvPr/>
        </p:nvSpPr>
        <p:spPr>
          <a:xfrm>
            <a:off x="7116387" y="3837230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196"/>
          <p:cNvSpPr txBox="1"/>
          <p:nvPr/>
        </p:nvSpPr>
        <p:spPr>
          <a:xfrm>
            <a:off x="7271850" y="3815630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25" name="Google Shape;1625;p196"/>
          <p:cNvSpPr/>
          <p:nvPr/>
        </p:nvSpPr>
        <p:spPr>
          <a:xfrm>
            <a:off x="6948627" y="3807822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6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626" name="Google Shape;1626;p196"/>
          <p:cNvSpPr/>
          <p:nvPr/>
        </p:nvSpPr>
        <p:spPr>
          <a:xfrm>
            <a:off x="7116387" y="4281033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196"/>
          <p:cNvSpPr txBox="1"/>
          <p:nvPr/>
        </p:nvSpPr>
        <p:spPr>
          <a:xfrm>
            <a:off x="7271850" y="4259433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28" name="Google Shape;1628;p196"/>
          <p:cNvSpPr/>
          <p:nvPr/>
        </p:nvSpPr>
        <p:spPr>
          <a:xfrm>
            <a:off x="6948627" y="4251625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7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629" name="Google Shape;1629;p196"/>
          <p:cNvSpPr/>
          <p:nvPr/>
        </p:nvSpPr>
        <p:spPr>
          <a:xfrm>
            <a:off x="4945275" y="2505822"/>
            <a:ext cx="1595400" cy="31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196"/>
          <p:cNvSpPr txBox="1"/>
          <p:nvPr/>
        </p:nvSpPr>
        <p:spPr>
          <a:xfrm>
            <a:off x="5100738" y="2484222"/>
            <a:ext cx="1439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Description</a:t>
            </a:r>
            <a:endParaRPr sz="11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631" name="Google Shape;1631;p196"/>
          <p:cNvSpPr/>
          <p:nvPr/>
        </p:nvSpPr>
        <p:spPr>
          <a:xfrm>
            <a:off x="4777514" y="2476414"/>
            <a:ext cx="365700" cy="365700"/>
          </a:xfrm>
          <a:prstGeom prst="ellipse">
            <a:avLst/>
          </a:prstGeom>
          <a:solidFill>
            <a:srgbClr val="CCCCCC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8227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E5E73"/>
                </a:solidFill>
              </a:rPr>
              <a:t>3</a:t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1632" name="Google Shape;1632;p19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33" name="Google Shape;1633;p196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CUSTOM_22">
    <p:bg>
      <p:bgPr>
        <a:solidFill>
          <a:srgbClr val="F2F2F2"/>
        </a:solidFill>
      </p:bgPr>
    </p:bg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5" name="Google Shape;1635;p197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6" name="Google Shape;1636;p197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637" name="Google Shape;1637;p197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197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9" name="Google Shape;1639;p197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01">
  <p:cSld name="CUSTOM_5"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1" name="Google Shape;1641;p198"/>
          <p:cNvGraphicFramePr/>
          <p:nvPr/>
        </p:nvGraphicFramePr>
        <p:xfrm>
          <a:off x="742075" y="1033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{8A64ED30-28BB-4776-9575-D63E7293FD90}</a:tableStyleId>
              </a:tblPr>
              <a:tblGrid>
                <a:gridCol w="382850"/>
                <a:gridCol w="1590400"/>
                <a:gridCol w="1883100"/>
                <a:gridCol w="1901750"/>
                <a:gridCol w="1901750"/>
              </a:tblGrid>
              <a:tr h="442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</a:t>
                      </a:r>
                      <a:endParaRPr b="1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First Name</a:t>
                      </a:r>
                      <a:endParaRPr b="1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Last Name</a:t>
                      </a:r>
                      <a:endParaRPr b="1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Email</a:t>
                      </a:r>
                      <a:endParaRPr b="1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</a:t>
                      </a:r>
                      <a:r>
                        <a:rPr b="1"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s/No</a:t>
                      </a:r>
                      <a:endParaRPr b="1"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“Doe”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“john@email.com”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“Y”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B9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B9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“Doe”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B9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“john@email.com”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B9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“N”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B912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“Doe”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“john@email.com”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“Y”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“Doe”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“john@email.com”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“Y”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“Doe”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“john@email.com”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82D4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“Y”</a:t>
                      </a:r>
                      <a:endParaRPr>
                        <a:solidFill>
                          <a:srgbClr val="082D4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82D4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42" name="Google Shape;1642;p19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3" name="Google Shape;1643;p198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">
  <p:cSld name="CUSTOM_6"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p199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46" name="Google Shape;1646;p199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47" name="Google Shape;1647;p199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48" name="Google Shape;1648;p199"/>
          <p:cNvSpPr txBox="1"/>
          <p:nvPr>
            <p:ph idx="3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2">
  <p:cSld name="CUSTOM_7"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200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651" name="Google Shape;1651;p200"/>
          <p:cNvSpPr txBox="1"/>
          <p:nvPr>
            <p:ph type="title"/>
          </p:nvPr>
        </p:nvSpPr>
        <p:spPr>
          <a:xfrm>
            <a:off x="3220500" y="127400"/>
            <a:ext cx="56073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2" name="Google Shape;1652;p200"/>
          <p:cNvSpPr txBox="1"/>
          <p:nvPr>
            <p:ph idx="1" type="body"/>
          </p:nvPr>
        </p:nvSpPr>
        <p:spPr>
          <a:xfrm>
            <a:off x="3802875" y="1121725"/>
            <a:ext cx="5102100" cy="33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53" name="Google Shape;1653;p200"/>
          <p:cNvSpPr txBox="1"/>
          <p:nvPr>
            <p:ph idx="3" type="title"/>
          </p:nvPr>
        </p:nvSpPr>
        <p:spPr>
          <a:xfrm>
            <a:off x="3220500" y="515275"/>
            <a:ext cx="59421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slide 01">
  <p:cSld name="CUSTOM_8"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5" name="Google Shape;1655;p201"/>
          <p:cNvCxnSpPr/>
          <p:nvPr/>
        </p:nvCxnSpPr>
        <p:spPr>
          <a:xfrm rot="10800000">
            <a:off x="2919275" y="2376436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656" name="Google Shape;1656;p201"/>
          <p:cNvCxnSpPr/>
          <p:nvPr/>
        </p:nvCxnSpPr>
        <p:spPr>
          <a:xfrm rot="10800000">
            <a:off x="2919275" y="3815850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657" name="Google Shape;1657;p201"/>
          <p:cNvSpPr/>
          <p:nvPr>
            <p:ph idx="2" type="pic"/>
          </p:nvPr>
        </p:nvSpPr>
        <p:spPr>
          <a:xfrm>
            <a:off x="3586025" y="1555425"/>
            <a:ext cx="4930500" cy="266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  <p:sp>
        <p:nvSpPr>
          <p:cNvPr id="1658" name="Google Shape;1658;p201"/>
          <p:cNvSpPr txBox="1"/>
          <p:nvPr>
            <p:ph type="title"/>
          </p:nvPr>
        </p:nvSpPr>
        <p:spPr>
          <a:xfrm>
            <a:off x="724325" y="2129450"/>
            <a:ext cx="2113500" cy="1058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9" name="Google Shape;1659;p201"/>
          <p:cNvSpPr txBox="1"/>
          <p:nvPr>
            <p:ph idx="3" type="title"/>
          </p:nvPr>
        </p:nvSpPr>
        <p:spPr>
          <a:xfrm>
            <a:off x="724325" y="3583875"/>
            <a:ext cx="2113500" cy="8628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0" name="Google Shape;1660;p201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1" name="Google Shape;1661;p201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shot slide 02">
  <p:cSld name="CUSTOM_9"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3" name="Google Shape;1663;p202"/>
          <p:cNvCxnSpPr/>
          <p:nvPr/>
        </p:nvCxnSpPr>
        <p:spPr>
          <a:xfrm rot="10800000">
            <a:off x="1707150" y="2376425"/>
            <a:ext cx="471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664" name="Google Shape;1664;p202"/>
          <p:cNvCxnSpPr/>
          <p:nvPr/>
        </p:nvCxnSpPr>
        <p:spPr>
          <a:xfrm rot="10800000">
            <a:off x="7122675" y="3812211"/>
            <a:ext cx="2700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665" name="Google Shape;1665;p202"/>
          <p:cNvSpPr/>
          <p:nvPr>
            <p:ph idx="2" type="pic"/>
          </p:nvPr>
        </p:nvSpPr>
        <p:spPr>
          <a:xfrm>
            <a:off x="2292525" y="1555425"/>
            <a:ext cx="4744800" cy="256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  <p:sp>
        <p:nvSpPr>
          <p:cNvPr id="1666" name="Google Shape;1666;p202"/>
          <p:cNvSpPr txBox="1"/>
          <p:nvPr>
            <p:ph type="title"/>
          </p:nvPr>
        </p:nvSpPr>
        <p:spPr>
          <a:xfrm>
            <a:off x="434025" y="2156025"/>
            <a:ext cx="1305000" cy="1365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7" name="Google Shape;1667;p202"/>
          <p:cNvSpPr txBox="1"/>
          <p:nvPr>
            <p:ph idx="3" type="title"/>
          </p:nvPr>
        </p:nvSpPr>
        <p:spPr>
          <a:xfrm>
            <a:off x="7478025" y="2213525"/>
            <a:ext cx="1305000" cy="1800600"/>
          </a:xfrm>
          <a:prstGeom prst="rect">
            <a:avLst/>
          </a:prstGeom>
        </p:spPr>
        <p:txBody>
          <a:bodyPr anchorCtr="0" anchor="b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8" name="Google Shape;1668;p202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69" name="Google Shape;1669;p202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's Up slide">
  <p:cSld name="CUSTOM_10_2">
    <p:bg>
      <p:bgPr>
        <a:solidFill>
          <a:srgbClr val="F2F2F2"/>
        </a:solidFill>
      </p:bgPr>
    </p:bg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203"/>
          <p:cNvSpPr txBox="1"/>
          <p:nvPr>
            <p:ph type="title"/>
          </p:nvPr>
        </p:nvSpPr>
        <p:spPr>
          <a:xfrm>
            <a:off x="0" y="3514625"/>
            <a:ext cx="9144000" cy="5667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672" name="Google Shape;1672;p203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203"/>
          <p:cNvSpPr txBox="1"/>
          <p:nvPr/>
        </p:nvSpPr>
        <p:spPr>
          <a:xfrm>
            <a:off x="311700" y="29207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Instructor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sz="24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674" name="Google Shape;1674;p2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5781" y="1583750"/>
            <a:ext cx="1172338" cy="7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's Up slide 1">
  <p:cSld name="CUSTOM_10_2_1">
    <p:bg>
      <p:bgPr>
        <a:solidFill>
          <a:srgbClr val="F2F2F2"/>
        </a:solidFill>
      </p:bgPr>
    </p:bg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204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Let’s review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677" name="Google Shape;1677;p20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75000" y="1536950"/>
            <a:ext cx="1194000" cy="1149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 slide">
  <p:cSld name="CUSTOM_10_1">
    <p:bg>
      <p:bgPr>
        <a:solidFill>
          <a:srgbClr val="F2F2F2"/>
        </a:solidFill>
      </p:bgPr>
    </p:bg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205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15 mins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680" name="Google Shape;1680;p2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34827" y="1454325"/>
            <a:ext cx="1274325" cy="123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eak slide 1">
  <p:cSld name="CUSTOM_10_1_2">
    <p:bg>
      <p:bgPr>
        <a:solidFill>
          <a:srgbClr val="F2F2F2"/>
        </a:solidFill>
      </p:bgPr>
    </p:bg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206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15 mins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683" name="Google Shape;1683;p20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34827" y="1454325"/>
            <a:ext cx="1274325" cy="123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 for a video slide">
  <p:cSld name="CUSTOM_10_1_1">
    <p:bg>
      <p:bgPr>
        <a:solidFill>
          <a:srgbClr val="F2F2F2"/>
        </a:solidFill>
      </p:bgPr>
    </p:bg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p207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Time for a quick 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video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686" name="Google Shape;1686;p2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15850" y="1659175"/>
            <a:ext cx="1312300" cy="9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er review slide">
  <p:cSld name="CUSTOM_10_1_1_1">
    <p:bg>
      <p:bgPr>
        <a:solidFill>
          <a:srgbClr val="F2F2F2"/>
        </a:solidFill>
      </p:bgPr>
    </p:bg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208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Peer </a:t>
            </a:r>
            <a:r>
              <a:rPr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review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689" name="Google Shape;1689;p20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t's recap slide">
  <p:cSld name="CUSTOM_10_1_1_1_2">
    <p:bg>
      <p:bgPr>
        <a:solidFill>
          <a:srgbClr val="F2F2F2"/>
        </a:solidFill>
      </p:bgPr>
    </p:bg>
    <p:spTree>
      <p:nvGrpSpPr>
        <p:cNvPr id="1690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209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Let’s 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2" name="Google Shape;1692;p2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ffice Hours slide">
  <p:cSld name="CUSTOM_10_1_1_1_2_3">
    <p:bg>
      <p:bgPr>
        <a:solidFill>
          <a:srgbClr val="F2F2F2"/>
        </a:solidFill>
      </p:bgPr>
    </p:bg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210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5" name="Google Shape;1695;p2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6" name="Google Shape;1696;p210"/>
          <p:cNvSpPr txBox="1"/>
          <p:nvPr>
            <p:ph idx="1" type="subTitle"/>
          </p:nvPr>
        </p:nvSpPr>
        <p:spPr>
          <a:xfrm>
            <a:off x="41700" y="3597125"/>
            <a:ext cx="9102300" cy="6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ck slide">
  <p:cSld name="CUSTOM_10_1_1_1_2_3_1">
    <p:bg>
      <p:bgPr>
        <a:solidFill>
          <a:srgbClr val="F2F2F2"/>
        </a:solidFill>
      </p:bgPr>
    </p:bg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211"/>
          <p:cNvSpPr txBox="1"/>
          <p:nvPr/>
        </p:nvSpPr>
        <p:spPr>
          <a:xfrm>
            <a:off x="311700" y="293810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9" name="Google Shape;1699;p211"/>
          <p:cNvSpPr txBox="1"/>
          <p:nvPr>
            <p:ph idx="1" type="subTitle"/>
          </p:nvPr>
        </p:nvSpPr>
        <p:spPr>
          <a:xfrm>
            <a:off x="41700" y="3597125"/>
            <a:ext cx="9102300" cy="6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00" name="Google Shape;1700;p211"/>
          <p:cNvPicPr preferRelativeResize="0"/>
          <p:nvPr/>
        </p:nvPicPr>
        <p:blipFill rotWithShape="1">
          <a:blip r:embed="rId2">
            <a:alphaModFix/>
          </a:blip>
          <a:srcRect b="0" l="0" r="72231" t="0"/>
          <a:stretch/>
        </p:blipFill>
        <p:spPr>
          <a:xfrm>
            <a:off x="3887098" y="1334575"/>
            <a:ext cx="1369775" cy="12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class">
  <p:cSld name="CUSTOM_10_1_1_1_2_2_1">
    <p:bg>
      <p:bgPr>
        <a:solidFill>
          <a:srgbClr val="F2F2F2"/>
        </a:solidFill>
      </p:bgPr>
    </p:bg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212"/>
          <p:cNvSpPr txBox="1"/>
          <p:nvPr/>
        </p:nvSpPr>
        <p:spPr>
          <a:xfrm>
            <a:off x="0" y="29381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class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3" name="Google Shape;1703;p212"/>
          <p:cNvSpPr txBox="1"/>
          <p:nvPr>
            <p:ph idx="1" type="subTitle"/>
          </p:nvPr>
        </p:nvSpPr>
        <p:spPr>
          <a:xfrm>
            <a:off x="41700" y="3597125"/>
            <a:ext cx="9102300" cy="6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4" name="Google Shape;1704;p212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212"/>
          <p:cNvSpPr/>
          <p:nvPr/>
        </p:nvSpPr>
        <p:spPr>
          <a:xfrm>
            <a:off x="4440617" y="1696107"/>
            <a:ext cx="262751" cy="527693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19050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class 1">
  <p:cSld name="CUSTOM_10_1_1_1_2_2_1_1">
    <p:bg>
      <p:bgPr>
        <a:solidFill>
          <a:srgbClr val="F2F2F2"/>
        </a:solidFill>
      </p:bgPr>
    </p:bg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213"/>
          <p:cNvSpPr txBox="1"/>
          <p:nvPr/>
        </p:nvSpPr>
        <p:spPr>
          <a:xfrm>
            <a:off x="2184800" y="4246400"/>
            <a:ext cx="651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20 Minutes</a:t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08" name="Google Shape;1708;p213"/>
          <p:cNvSpPr txBox="1"/>
          <p:nvPr/>
        </p:nvSpPr>
        <p:spPr>
          <a:xfrm>
            <a:off x="5901175" y="3977950"/>
            <a:ext cx="2872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91425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09" name="Google Shape;1709;p213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0" name="Google Shape;1710;p213"/>
          <p:cNvSpPr txBox="1"/>
          <p:nvPr/>
        </p:nvSpPr>
        <p:spPr>
          <a:xfrm>
            <a:off x="0" y="2866725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Time to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Code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1" name="Google Shape;1711;p213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2" name="Google Shape;1712;p2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0685" y="1583750"/>
            <a:ext cx="1062529" cy="7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End slide">
  <p:cSld name="CUSTOM_10_1_1_1_2_1">
    <p:bg>
      <p:bgPr>
        <a:solidFill>
          <a:srgbClr val="F2F2F2"/>
        </a:solidFill>
      </p:bgPr>
    </p:bg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214"/>
          <p:cNvSpPr txBox="1"/>
          <p:nvPr/>
        </p:nvSpPr>
        <p:spPr>
          <a:xfrm>
            <a:off x="0" y="29381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The</a:t>
            </a:r>
            <a:r>
              <a:rPr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End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5" name="Google Shape;1715;p214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16" name="Google Shape;1716;p2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99875" y="1496700"/>
            <a:ext cx="1051550" cy="105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llenge slide">
  <p:cSld name="CUSTOM_10_1_1_1_2_1_1">
    <p:bg>
      <p:bgPr>
        <a:solidFill>
          <a:srgbClr val="F2F2F2"/>
        </a:solidFill>
      </p:bgPr>
    </p:bg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215"/>
          <p:cNvSpPr txBox="1"/>
          <p:nvPr/>
        </p:nvSpPr>
        <p:spPr>
          <a:xfrm>
            <a:off x="0" y="29381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9" name="Google Shape;1719;p215"/>
          <p:cNvSpPr txBox="1"/>
          <p:nvPr>
            <p:ph idx="1" type="subTitle"/>
          </p:nvPr>
        </p:nvSpPr>
        <p:spPr>
          <a:xfrm>
            <a:off x="41700" y="3597125"/>
            <a:ext cx="9102300" cy="6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0" name="Google Shape;1720;p215"/>
          <p:cNvSpPr/>
          <p:nvPr/>
        </p:nvSpPr>
        <p:spPr>
          <a:xfrm>
            <a:off x="3731050" y="1119050"/>
            <a:ext cx="1681800" cy="16818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1" name="Google Shape;1721;p2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50463" y="1273187"/>
            <a:ext cx="1284774" cy="112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s slide">
  <p:cSld name="CUSTOM_10_1_1_1_1">
    <p:bg>
      <p:bgPr>
        <a:solidFill>
          <a:srgbClr val="F2F2F2"/>
        </a:solidFill>
      </p:bgPr>
    </p:bg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216"/>
          <p:cNvSpPr txBox="1"/>
          <p:nvPr/>
        </p:nvSpPr>
        <p:spPr>
          <a:xfrm>
            <a:off x="0" y="26884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4000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724" name="Google Shape;1724;p2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62650" y="1443625"/>
            <a:ext cx="1345550" cy="105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" name="Google Shape;1725;p216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39744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6" name="Google Shape;1726;p216"/>
          <p:cNvPicPr preferRelativeResize="0"/>
          <p:nvPr/>
        </p:nvPicPr>
        <p:blipFill rotWithShape="1">
          <a:blip r:embed="rId3">
            <a:alphaModFix/>
          </a:blip>
          <a:srcRect b="19665" l="0" r="0" t="0"/>
          <a:stretch/>
        </p:blipFill>
        <p:spPr>
          <a:xfrm flipH="1">
            <a:off x="1651350" y="42116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7" name="Google Shape;1727;p216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8" name="Google Shape;1728;p216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8208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9" name="Google Shape;1729;p216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39825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0" name="Google Shape;1730;p216"/>
          <p:cNvPicPr preferRelativeResize="0"/>
          <p:nvPr/>
        </p:nvPicPr>
        <p:blipFill rotWithShape="1">
          <a:blip r:embed="rId3">
            <a:alphaModFix/>
          </a:blip>
          <a:srcRect b="5687" l="0" r="0" t="0"/>
          <a:stretch/>
        </p:blipFill>
        <p:spPr>
          <a:xfrm flipH="1">
            <a:off x="5979175" y="40162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1" name="Google Shape;1731;p2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8208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 slide">
  <p:cSld name="CUSTOM_10_1_1_1_1_1">
    <p:bg>
      <p:bgPr>
        <a:solidFill>
          <a:srgbClr val="F2F2F2"/>
        </a:solidFill>
      </p:bgPr>
    </p:bg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217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217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217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217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sz="4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7" name="Google Shape;1737;p217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sz="4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8" name="Google Shape;1738;p217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sz="4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 slide">
  <p:cSld name="CUSTOM_10_1_1_1_1_1_1">
    <p:bg>
      <p:bgPr>
        <a:solidFill>
          <a:srgbClr val="F2F2F2"/>
        </a:solidFill>
      </p:bgPr>
    </p:bg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218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Remember,</a:t>
            </a:r>
            <a:r>
              <a:rPr b="1" i="0" lang="en" sz="4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i="0" sz="45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41" name="Google Shape;1741;p2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2" name="Google Shape;1742;p218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1743" name="Google Shape;1743;p218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218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218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218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218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8" name="Google Shape;1748;p218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49" name="Google Shape;1749;p218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Slide 1-6">
  <p:cSld name="CUSTOM_11"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p219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219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219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219"/>
          <p:cNvSpPr/>
          <p:nvPr/>
        </p:nvSpPr>
        <p:spPr>
          <a:xfrm>
            <a:off x="953325" y="370531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5" name="Google Shape;1755;p219"/>
          <p:cNvSpPr/>
          <p:nvPr/>
        </p:nvSpPr>
        <p:spPr>
          <a:xfrm>
            <a:off x="953325" y="434773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219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p219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58" name="Google Shape;1758;p219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59" name="Google Shape;1759;p219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60" name="Google Shape;1760;p219"/>
          <p:cNvSpPr/>
          <p:nvPr/>
        </p:nvSpPr>
        <p:spPr>
          <a:xfrm>
            <a:off x="802850" y="3026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61" name="Google Shape;1761;p219"/>
          <p:cNvSpPr/>
          <p:nvPr/>
        </p:nvSpPr>
        <p:spPr>
          <a:xfrm>
            <a:off x="802850" y="366204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5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62" name="Google Shape;1762;p219"/>
          <p:cNvSpPr/>
          <p:nvPr/>
        </p:nvSpPr>
        <p:spPr>
          <a:xfrm>
            <a:off x="802850" y="429721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6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63" name="Google Shape;1763;p219"/>
          <p:cNvSpPr txBox="1"/>
          <p:nvPr>
            <p:ph idx="1" type="subTitle"/>
          </p:nvPr>
        </p:nvSpPr>
        <p:spPr>
          <a:xfrm>
            <a:off x="1354400" y="1129175"/>
            <a:ext cx="711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4" name="Google Shape;1764;p219"/>
          <p:cNvSpPr txBox="1"/>
          <p:nvPr>
            <p:ph idx="2" type="subTitle"/>
          </p:nvPr>
        </p:nvSpPr>
        <p:spPr>
          <a:xfrm>
            <a:off x="1354400" y="1771638"/>
            <a:ext cx="711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5" name="Google Shape;1765;p219"/>
          <p:cNvSpPr txBox="1"/>
          <p:nvPr>
            <p:ph idx="3" type="subTitle"/>
          </p:nvPr>
        </p:nvSpPr>
        <p:spPr>
          <a:xfrm>
            <a:off x="1354400" y="2417425"/>
            <a:ext cx="711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6" name="Google Shape;1766;p219"/>
          <p:cNvSpPr txBox="1"/>
          <p:nvPr>
            <p:ph idx="4" type="subTitle"/>
          </p:nvPr>
        </p:nvSpPr>
        <p:spPr>
          <a:xfrm>
            <a:off x="1354400" y="3063213"/>
            <a:ext cx="711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7" name="Google Shape;1767;p219"/>
          <p:cNvSpPr txBox="1"/>
          <p:nvPr>
            <p:ph idx="5" type="subTitle"/>
          </p:nvPr>
        </p:nvSpPr>
        <p:spPr>
          <a:xfrm>
            <a:off x="1354400" y="3705625"/>
            <a:ext cx="711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8" name="Google Shape;1768;p219"/>
          <p:cNvSpPr txBox="1"/>
          <p:nvPr>
            <p:ph idx="6" type="subTitle"/>
          </p:nvPr>
        </p:nvSpPr>
        <p:spPr>
          <a:xfrm>
            <a:off x="1354400" y="4347725"/>
            <a:ext cx="711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9" name="Google Shape;1769;p21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0" name="Google Shape;1770;p219"/>
          <p:cNvSpPr txBox="1"/>
          <p:nvPr>
            <p:ph idx="7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Slide 1-5">
  <p:cSld name="CUSTOM_11_1"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220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220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220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220"/>
          <p:cNvSpPr/>
          <p:nvPr/>
        </p:nvSpPr>
        <p:spPr>
          <a:xfrm>
            <a:off x="953325" y="370531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220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220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78" name="Google Shape;1778;p220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79" name="Google Shape;1779;p220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80" name="Google Shape;1780;p220"/>
          <p:cNvSpPr/>
          <p:nvPr/>
        </p:nvSpPr>
        <p:spPr>
          <a:xfrm>
            <a:off x="802850" y="3026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81" name="Google Shape;1781;p220"/>
          <p:cNvSpPr/>
          <p:nvPr/>
        </p:nvSpPr>
        <p:spPr>
          <a:xfrm>
            <a:off x="802850" y="366204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5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82" name="Google Shape;1782;p220"/>
          <p:cNvSpPr txBox="1"/>
          <p:nvPr>
            <p:ph idx="1" type="subTitle"/>
          </p:nvPr>
        </p:nvSpPr>
        <p:spPr>
          <a:xfrm>
            <a:off x="1354400" y="1129175"/>
            <a:ext cx="711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3" name="Google Shape;1783;p220"/>
          <p:cNvSpPr txBox="1"/>
          <p:nvPr>
            <p:ph idx="2" type="subTitle"/>
          </p:nvPr>
        </p:nvSpPr>
        <p:spPr>
          <a:xfrm>
            <a:off x="1354400" y="1771638"/>
            <a:ext cx="711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4" name="Google Shape;1784;p220"/>
          <p:cNvSpPr txBox="1"/>
          <p:nvPr>
            <p:ph idx="3" type="subTitle"/>
          </p:nvPr>
        </p:nvSpPr>
        <p:spPr>
          <a:xfrm>
            <a:off x="1354400" y="2417425"/>
            <a:ext cx="711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5" name="Google Shape;1785;p220"/>
          <p:cNvSpPr txBox="1"/>
          <p:nvPr>
            <p:ph idx="4" type="subTitle"/>
          </p:nvPr>
        </p:nvSpPr>
        <p:spPr>
          <a:xfrm>
            <a:off x="1354400" y="3063213"/>
            <a:ext cx="711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6" name="Google Shape;1786;p220"/>
          <p:cNvSpPr txBox="1"/>
          <p:nvPr>
            <p:ph idx="5" type="subTitle"/>
          </p:nvPr>
        </p:nvSpPr>
        <p:spPr>
          <a:xfrm>
            <a:off x="1354400" y="3705625"/>
            <a:ext cx="711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7" name="Google Shape;1787;p22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88" name="Google Shape;1788;p220"/>
          <p:cNvSpPr txBox="1"/>
          <p:nvPr>
            <p:ph idx="6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Slide 1-4">
  <p:cSld name="CUSTOM_11_1_1"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221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221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221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221"/>
          <p:cNvSpPr/>
          <p:nvPr/>
        </p:nvSpPr>
        <p:spPr>
          <a:xfrm>
            <a:off x="953325" y="11368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221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95" name="Google Shape;1795;p221"/>
          <p:cNvSpPr/>
          <p:nvPr/>
        </p:nvSpPr>
        <p:spPr>
          <a:xfrm>
            <a:off x="802850" y="1749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96" name="Google Shape;1796;p221"/>
          <p:cNvSpPr/>
          <p:nvPr/>
        </p:nvSpPr>
        <p:spPr>
          <a:xfrm>
            <a:off x="802850" y="23916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97" name="Google Shape;1797;p221"/>
          <p:cNvSpPr/>
          <p:nvPr/>
        </p:nvSpPr>
        <p:spPr>
          <a:xfrm>
            <a:off x="802850" y="3026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798" name="Google Shape;1798;p221"/>
          <p:cNvSpPr txBox="1"/>
          <p:nvPr>
            <p:ph idx="1" type="subTitle"/>
          </p:nvPr>
        </p:nvSpPr>
        <p:spPr>
          <a:xfrm>
            <a:off x="1354400" y="1129175"/>
            <a:ext cx="711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9" name="Google Shape;1799;p221"/>
          <p:cNvSpPr txBox="1"/>
          <p:nvPr>
            <p:ph idx="2" type="subTitle"/>
          </p:nvPr>
        </p:nvSpPr>
        <p:spPr>
          <a:xfrm>
            <a:off x="1354400" y="1771638"/>
            <a:ext cx="711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0" name="Google Shape;1800;p221"/>
          <p:cNvSpPr txBox="1"/>
          <p:nvPr>
            <p:ph idx="3" type="subTitle"/>
          </p:nvPr>
        </p:nvSpPr>
        <p:spPr>
          <a:xfrm>
            <a:off x="1354400" y="2417425"/>
            <a:ext cx="711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1" name="Google Shape;1801;p221"/>
          <p:cNvSpPr txBox="1"/>
          <p:nvPr>
            <p:ph idx="4" type="subTitle"/>
          </p:nvPr>
        </p:nvSpPr>
        <p:spPr>
          <a:xfrm>
            <a:off x="1354400" y="3063213"/>
            <a:ext cx="711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2" name="Google Shape;1802;p22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3" name="Google Shape;1803;p221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6">
  <p:cSld name="CUSTOM_11_1_1_2"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5" name="Google Shape;1805;p222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1806" name="Google Shape;1806;p22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07" name="Google Shape;1807;p22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08" name="Google Shape;1808;p222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1809" name="Google Shape;1809;p22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10" name="Google Shape;1810;p22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11" name="Google Shape;1811;p222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1812" name="Google Shape;1812;p22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13" name="Google Shape;1813;p22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14" name="Google Shape;1814;p222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1815" name="Google Shape;1815;p22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16" name="Google Shape;1816;p22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17" name="Google Shape;1817;p222"/>
          <p:cNvGrpSpPr/>
          <p:nvPr/>
        </p:nvGrpSpPr>
        <p:grpSpPr>
          <a:xfrm>
            <a:off x="440125" y="3756295"/>
            <a:ext cx="776900" cy="486300"/>
            <a:chOff x="457200" y="1466425"/>
            <a:chExt cx="776900" cy="486300"/>
          </a:xfrm>
        </p:grpSpPr>
        <p:sp>
          <p:nvSpPr>
            <p:cNvPr id="1818" name="Google Shape;1818;p22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19" name="Google Shape;1819;p22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820" name="Google Shape;1820;p222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1" name="Google Shape;1821;p222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2" name="Google Shape;1822;p222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3" name="Google Shape;1823;p222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4" name="Google Shape;1824;p222"/>
          <p:cNvSpPr/>
          <p:nvPr/>
        </p:nvSpPr>
        <p:spPr>
          <a:xfrm>
            <a:off x="1335475" y="3756299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5" name="Google Shape;1825;p22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26" name="Google Shape;1826;p222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7" name="Google Shape;1827;p222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8" name="Google Shape;1828;p222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9" name="Google Shape;1829;p222"/>
          <p:cNvSpPr txBox="1"/>
          <p:nvPr>
            <p:ph idx="4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0" name="Google Shape;1830;p222"/>
          <p:cNvSpPr txBox="1"/>
          <p:nvPr>
            <p:ph idx="5" type="subTitle"/>
          </p:nvPr>
        </p:nvSpPr>
        <p:spPr>
          <a:xfrm>
            <a:off x="1354400" y="3760163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1" name="Google Shape;1831;p222"/>
          <p:cNvSpPr txBox="1"/>
          <p:nvPr>
            <p:ph idx="6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4">
  <p:cSld name="CUSTOM_11_1_1_2_2"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3" name="Google Shape;1833;p223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1834" name="Google Shape;1834;p22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3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35" name="Google Shape;1835;p22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36" name="Google Shape;1836;p223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1837" name="Google Shape;1837;p22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38" name="Google Shape;1838;p22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39" name="Google Shape;1839;p223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1840" name="Google Shape;1840;p22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41" name="Google Shape;1841;p22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42" name="Google Shape;1842;p223"/>
          <p:cNvGrpSpPr/>
          <p:nvPr/>
        </p:nvGrpSpPr>
        <p:grpSpPr>
          <a:xfrm>
            <a:off x="440125" y="3101440"/>
            <a:ext cx="776900" cy="486300"/>
            <a:chOff x="457200" y="1466425"/>
            <a:chExt cx="776900" cy="486300"/>
          </a:xfrm>
        </p:grpSpPr>
        <p:sp>
          <p:nvSpPr>
            <p:cNvPr id="1843" name="Google Shape;1843;p223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04</a:t>
              </a:r>
              <a:endParaRPr b="0" i="0" sz="3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44" name="Google Shape;1844;p223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845" name="Google Shape;1845;p223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6" name="Google Shape;1846;p223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7" name="Google Shape;1847;p223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8" name="Google Shape;1848;p223"/>
          <p:cNvSpPr/>
          <p:nvPr/>
        </p:nvSpPr>
        <p:spPr>
          <a:xfrm>
            <a:off x="1335475" y="31014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9" name="Google Shape;1849;p22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0" name="Google Shape;1850;p223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1" name="Google Shape;1851;p223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2" name="Google Shape;1852;p223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3" name="Google Shape;1853;p223"/>
          <p:cNvSpPr txBox="1"/>
          <p:nvPr>
            <p:ph idx="4" type="subTitle"/>
          </p:nvPr>
        </p:nvSpPr>
        <p:spPr>
          <a:xfrm>
            <a:off x="1354400" y="3103363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4" name="Google Shape;1854;p223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4 1">
  <p:cSld name="CUSTOM_11_1_1_2_2_1"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6" name="Google Shape;1856;p224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1857" name="Google Shape;1857;p22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r>
                <a:rPr lang="en" sz="3000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5</a:t>
              </a:r>
              <a:endParaRPr b="0" i="0" sz="3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58" name="Google Shape;1858;p22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59" name="Google Shape;1859;p224"/>
          <p:cNvGrpSpPr/>
          <p:nvPr/>
        </p:nvGrpSpPr>
        <p:grpSpPr>
          <a:xfrm>
            <a:off x="440125" y="1791730"/>
            <a:ext cx="776900" cy="486300"/>
            <a:chOff x="457200" y="1466425"/>
            <a:chExt cx="776900" cy="486300"/>
          </a:xfrm>
        </p:grpSpPr>
        <p:sp>
          <p:nvSpPr>
            <p:cNvPr id="1860" name="Google Shape;1860;p22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r>
                <a:rPr lang="en" sz="3000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6</a:t>
              </a:r>
              <a:endParaRPr b="0" i="0" sz="3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61" name="Google Shape;1861;p22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62" name="Google Shape;1862;p224"/>
          <p:cNvGrpSpPr/>
          <p:nvPr/>
        </p:nvGrpSpPr>
        <p:grpSpPr>
          <a:xfrm>
            <a:off x="440125" y="2446585"/>
            <a:ext cx="776900" cy="486300"/>
            <a:chOff x="457200" y="1466425"/>
            <a:chExt cx="776900" cy="486300"/>
          </a:xfrm>
        </p:grpSpPr>
        <p:sp>
          <p:nvSpPr>
            <p:cNvPr id="1863" name="Google Shape;1863;p22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</a:t>
              </a:r>
              <a:r>
                <a:rPr lang="en" sz="30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7</a:t>
              </a:r>
              <a:endParaRPr b="0"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64" name="Google Shape;1864;p22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865" name="Google Shape;1865;p224"/>
          <p:cNvSpPr/>
          <p:nvPr/>
        </p:nvSpPr>
        <p:spPr>
          <a:xfrm>
            <a:off x="1335475" y="1136875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6" name="Google Shape;1866;p224"/>
          <p:cNvSpPr/>
          <p:nvPr/>
        </p:nvSpPr>
        <p:spPr>
          <a:xfrm>
            <a:off x="1335475" y="1791731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7" name="Google Shape;1867;p224"/>
          <p:cNvSpPr/>
          <p:nvPr/>
        </p:nvSpPr>
        <p:spPr>
          <a:xfrm>
            <a:off x="1335475" y="24465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8" name="Google Shape;1868;p22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9" name="Google Shape;1869;p224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0" name="Google Shape;1870;p224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1" name="Google Shape;1871;p224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2" name="Google Shape;1872;p224"/>
          <p:cNvSpPr txBox="1"/>
          <p:nvPr>
            <p:ph idx="4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lternative Numbered Slide 1-3">
  <p:cSld name="CUSTOM_11_1_1_2_1"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22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75" name="Google Shape;1875;p225"/>
          <p:cNvSpPr/>
          <p:nvPr/>
        </p:nvSpPr>
        <p:spPr>
          <a:xfrm>
            <a:off x="1352550" y="113687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76" name="Google Shape;1876;p225"/>
          <p:cNvGrpSpPr/>
          <p:nvPr/>
        </p:nvGrpSpPr>
        <p:grpSpPr>
          <a:xfrm>
            <a:off x="457200" y="1136863"/>
            <a:ext cx="776889" cy="621300"/>
            <a:chOff x="457200" y="1378813"/>
            <a:chExt cx="776889" cy="621300"/>
          </a:xfrm>
        </p:grpSpPr>
        <p:sp>
          <p:nvSpPr>
            <p:cNvPr id="1877" name="Google Shape;1877;p22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i="0" sz="30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78" name="Google Shape;1878;p225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79" name="Google Shape;1879;p225"/>
          <p:cNvGrpSpPr/>
          <p:nvPr/>
        </p:nvGrpSpPr>
        <p:grpSpPr>
          <a:xfrm>
            <a:off x="457200" y="1986775"/>
            <a:ext cx="776889" cy="621300"/>
            <a:chOff x="457200" y="1378813"/>
            <a:chExt cx="776889" cy="621300"/>
          </a:xfrm>
        </p:grpSpPr>
        <p:sp>
          <p:nvSpPr>
            <p:cNvPr id="1880" name="Google Shape;1880;p22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81" name="Google Shape;1881;p225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1882" name="Google Shape;1882;p225"/>
          <p:cNvGrpSpPr/>
          <p:nvPr/>
        </p:nvGrpSpPr>
        <p:grpSpPr>
          <a:xfrm>
            <a:off x="457200" y="2831900"/>
            <a:ext cx="776889" cy="621300"/>
            <a:chOff x="457200" y="1378813"/>
            <a:chExt cx="776889" cy="621300"/>
          </a:xfrm>
        </p:grpSpPr>
        <p:sp>
          <p:nvSpPr>
            <p:cNvPr id="1883" name="Google Shape;1883;p225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i="0" sz="30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1884" name="Google Shape;1884;p225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i="0" sz="1400" u="none" cap="none" strike="noStrik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1885" name="Google Shape;1885;p225"/>
          <p:cNvSpPr/>
          <p:nvPr/>
        </p:nvSpPr>
        <p:spPr>
          <a:xfrm>
            <a:off x="1352550" y="198918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225"/>
          <p:cNvSpPr/>
          <p:nvPr/>
        </p:nvSpPr>
        <p:spPr>
          <a:xfrm>
            <a:off x="1352550" y="283190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7" name="Google Shape;1887;p225"/>
          <p:cNvSpPr txBox="1"/>
          <p:nvPr/>
        </p:nvSpPr>
        <p:spPr>
          <a:xfrm>
            <a:off x="-12300" y="1179258"/>
            <a:ext cx="91686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8" name="Google Shape;1888;p225"/>
          <p:cNvSpPr txBox="1"/>
          <p:nvPr/>
        </p:nvSpPr>
        <p:spPr>
          <a:xfrm>
            <a:off x="-12300" y="1991588"/>
            <a:ext cx="91686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9" name="Google Shape;1889;p225"/>
          <p:cNvSpPr txBox="1"/>
          <p:nvPr/>
        </p:nvSpPr>
        <p:spPr>
          <a:xfrm>
            <a:off x="0" y="2834313"/>
            <a:ext cx="91686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554475" spcFirstLastPara="1" rIns="4572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0" name="Google Shape;1890;p225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">
  <p:cSld name="CUSTOM_11_1_1_1"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2" name="Google Shape;1892;p226"/>
          <p:cNvCxnSpPr/>
          <p:nvPr/>
        </p:nvCxnSpPr>
        <p:spPr>
          <a:xfrm>
            <a:off x="30950" y="1978775"/>
            <a:ext cx="1014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93" name="Google Shape;1893;p226"/>
          <p:cNvCxnSpPr/>
          <p:nvPr/>
        </p:nvCxnSpPr>
        <p:spPr>
          <a:xfrm>
            <a:off x="-6000" y="1299550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94" name="Google Shape;1894;p226"/>
          <p:cNvCxnSpPr/>
          <p:nvPr/>
        </p:nvCxnSpPr>
        <p:spPr>
          <a:xfrm>
            <a:off x="14793" y="1979550"/>
            <a:ext cx="10305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95" name="Google Shape;1895;p226"/>
          <p:cNvCxnSpPr/>
          <p:nvPr/>
        </p:nvCxnSpPr>
        <p:spPr>
          <a:xfrm>
            <a:off x="25190" y="2617525"/>
            <a:ext cx="10203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896" name="Google Shape;1896;p226"/>
          <p:cNvCxnSpPr/>
          <p:nvPr/>
        </p:nvCxnSpPr>
        <p:spPr>
          <a:xfrm>
            <a:off x="-6000" y="3256375"/>
            <a:ext cx="10512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897" name="Google Shape;1897;p226"/>
          <p:cNvSpPr/>
          <p:nvPr/>
        </p:nvSpPr>
        <p:spPr>
          <a:xfrm>
            <a:off x="953325" y="17786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226"/>
          <p:cNvSpPr/>
          <p:nvPr/>
        </p:nvSpPr>
        <p:spPr>
          <a:xfrm>
            <a:off x="953325" y="24210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226"/>
          <p:cNvSpPr/>
          <p:nvPr/>
        </p:nvSpPr>
        <p:spPr>
          <a:xfrm>
            <a:off x="953325" y="306352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226"/>
          <p:cNvSpPr/>
          <p:nvPr/>
        </p:nvSpPr>
        <p:spPr>
          <a:xfrm>
            <a:off x="953325" y="1109550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226"/>
          <p:cNvSpPr/>
          <p:nvPr/>
        </p:nvSpPr>
        <p:spPr>
          <a:xfrm>
            <a:off x="870800" y="3094822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902" name="Google Shape;1902;p226"/>
          <p:cNvSpPr txBox="1"/>
          <p:nvPr>
            <p:ph idx="1" type="subTitle"/>
          </p:nvPr>
        </p:nvSpPr>
        <p:spPr>
          <a:xfrm>
            <a:off x="1193900" y="1129175"/>
            <a:ext cx="6952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3" name="Google Shape;1903;p226"/>
          <p:cNvSpPr txBox="1"/>
          <p:nvPr>
            <p:ph idx="2" type="subTitle"/>
          </p:nvPr>
        </p:nvSpPr>
        <p:spPr>
          <a:xfrm>
            <a:off x="1193900" y="1771650"/>
            <a:ext cx="6952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4" name="Google Shape;1904;p226"/>
          <p:cNvSpPr txBox="1"/>
          <p:nvPr>
            <p:ph idx="3" type="subTitle"/>
          </p:nvPr>
        </p:nvSpPr>
        <p:spPr>
          <a:xfrm>
            <a:off x="1193900" y="2417425"/>
            <a:ext cx="6952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5" name="Google Shape;1905;p226"/>
          <p:cNvSpPr txBox="1"/>
          <p:nvPr>
            <p:ph idx="4" type="subTitle"/>
          </p:nvPr>
        </p:nvSpPr>
        <p:spPr>
          <a:xfrm>
            <a:off x="1193900" y="3063225"/>
            <a:ext cx="6952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6" name="Google Shape;1906;p226"/>
          <p:cNvSpPr/>
          <p:nvPr/>
        </p:nvSpPr>
        <p:spPr>
          <a:xfrm>
            <a:off x="870800" y="2459660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907" name="Google Shape;1907;p226"/>
          <p:cNvSpPr/>
          <p:nvPr/>
        </p:nvSpPr>
        <p:spPr>
          <a:xfrm>
            <a:off x="870800" y="181754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908" name="Google Shape;1908;p226"/>
          <p:cNvSpPr/>
          <p:nvPr/>
        </p:nvSpPr>
        <p:spPr>
          <a:xfrm>
            <a:off x="870800" y="1148097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1909" name="Google Shape;1909;p22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0" name="Google Shape;1910;p226"/>
          <p:cNvSpPr txBox="1"/>
          <p:nvPr>
            <p:ph idx="5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3">
  <p:cSld name="CUSTOM_12"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227"/>
          <p:cNvSpPr txBox="1"/>
          <p:nvPr/>
        </p:nvSpPr>
        <p:spPr>
          <a:xfrm>
            <a:off x="705516" y="1475925"/>
            <a:ext cx="1026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3" name="Google Shape;1913;p227"/>
          <p:cNvSpPr txBox="1"/>
          <p:nvPr/>
        </p:nvSpPr>
        <p:spPr>
          <a:xfrm>
            <a:off x="3780364" y="1475925"/>
            <a:ext cx="1026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4" name="Google Shape;1914;p227"/>
          <p:cNvSpPr txBox="1"/>
          <p:nvPr/>
        </p:nvSpPr>
        <p:spPr>
          <a:xfrm>
            <a:off x="6846058" y="1475925"/>
            <a:ext cx="1026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sz="4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5" name="Google Shape;1915;p227"/>
          <p:cNvCxnSpPr/>
          <p:nvPr/>
        </p:nvCxnSpPr>
        <p:spPr>
          <a:xfrm>
            <a:off x="820566" y="2314925"/>
            <a:ext cx="18099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6" name="Google Shape;1916;p227"/>
          <p:cNvCxnSpPr/>
          <p:nvPr/>
        </p:nvCxnSpPr>
        <p:spPr>
          <a:xfrm>
            <a:off x="3894916" y="2314925"/>
            <a:ext cx="18099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7" name="Google Shape;1917;p227"/>
          <p:cNvCxnSpPr/>
          <p:nvPr/>
        </p:nvCxnSpPr>
        <p:spPr>
          <a:xfrm>
            <a:off x="6954158" y="2314925"/>
            <a:ext cx="18099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8" name="Google Shape;1918;p227"/>
          <p:cNvSpPr txBox="1"/>
          <p:nvPr>
            <p:ph idx="1" type="subTitle"/>
          </p:nvPr>
        </p:nvSpPr>
        <p:spPr>
          <a:xfrm>
            <a:off x="705500" y="3044000"/>
            <a:ext cx="1924500" cy="15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9" name="Google Shape;1919;p227"/>
          <p:cNvSpPr txBox="1"/>
          <p:nvPr>
            <p:ph idx="2" type="subTitle"/>
          </p:nvPr>
        </p:nvSpPr>
        <p:spPr>
          <a:xfrm>
            <a:off x="3780350" y="3044000"/>
            <a:ext cx="1924500" cy="15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0" name="Google Shape;1920;p227"/>
          <p:cNvSpPr txBox="1"/>
          <p:nvPr>
            <p:ph idx="3" type="subTitle"/>
          </p:nvPr>
        </p:nvSpPr>
        <p:spPr>
          <a:xfrm>
            <a:off x="6855175" y="3044000"/>
            <a:ext cx="1906200" cy="15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1" name="Google Shape;1921;p227"/>
          <p:cNvSpPr txBox="1"/>
          <p:nvPr>
            <p:ph type="title"/>
          </p:nvPr>
        </p:nvSpPr>
        <p:spPr>
          <a:xfrm>
            <a:off x="705500" y="2498225"/>
            <a:ext cx="19062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22" name="Google Shape;1922;p227"/>
          <p:cNvSpPr txBox="1"/>
          <p:nvPr>
            <p:ph idx="4" type="title"/>
          </p:nvPr>
        </p:nvSpPr>
        <p:spPr>
          <a:xfrm>
            <a:off x="3780342" y="2498225"/>
            <a:ext cx="19062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23" name="Google Shape;1923;p227"/>
          <p:cNvSpPr txBox="1"/>
          <p:nvPr>
            <p:ph idx="5" type="title"/>
          </p:nvPr>
        </p:nvSpPr>
        <p:spPr>
          <a:xfrm>
            <a:off x="6855172" y="2498225"/>
            <a:ext cx="19062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24" name="Google Shape;1924;p227"/>
          <p:cNvSpPr txBox="1"/>
          <p:nvPr>
            <p:ph idx="6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5" name="Google Shape;1925;p227"/>
          <p:cNvSpPr txBox="1"/>
          <p:nvPr>
            <p:ph idx="7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4">
  <p:cSld name="CUSTOM_13"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228"/>
          <p:cNvSpPr/>
          <p:nvPr/>
        </p:nvSpPr>
        <p:spPr>
          <a:xfrm>
            <a:off x="834750" y="1661900"/>
            <a:ext cx="770100" cy="770100"/>
          </a:xfrm>
          <a:prstGeom prst="ellipse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228"/>
          <p:cNvSpPr/>
          <p:nvPr/>
        </p:nvSpPr>
        <p:spPr>
          <a:xfrm>
            <a:off x="3719135" y="1661900"/>
            <a:ext cx="770100" cy="770100"/>
          </a:xfrm>
          <a:prstGeom prst="ellipse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228"/>
          <p:cNvSpPr/>
          <p:nvPr/>
        </p:nvSpPr>
        <p:spPr>
          <a:xfrm>
            <a:off x="6614025" y="1661900"/>
            <a:ext cx="770100" cy="770100"/>
          </a:xfrm>
          <a:prstGeom prst="ellipse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228"/>
          <p:cNvSpPr txBox="1"/>
          <p:nvPr/>
        </p:nvSpPr>
        <p:spPr>
          <a:xfrm>
            <a:off x="834750" y="1740300"/>
            <a:ext cx="77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3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1" name="Google Shape;1931;p228"/>
          <p:cNvSpPr txBox="1"/>
          <p:nvPr/>
        </p:nvSpPr>
        <p:spPr>
          <a:xfrm>
            <a:off x="3719250" y="1740300"/>
            <a:ext cx="77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3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2" name="Google Shape;1932;p228"/>
          <p:cNvSpPr txBox="1"/>
          <p:nvPr/>
        </p:nvSpPr>
        <p:spPr>
          <a:xfrm>
            <a:off x="6614025" y="1740300"/>
            <a:ext cx="77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3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3" name="Google Shape;1933;p228"/>
          <p:cNvSpPr txBox="1"/>
          <p:nvPr>
            <p:ph idx="1" type="subTitle"/>
          </p:nvPr>
        </p:nvSpPr>
        <p:spPr>
          <a:xfrm>
            <a:off x="896450" y="2967800"/>
            <a:ext cx="1924500" cy="15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4" name="Google Shape;1934;p228"/>
          <p:cNvSpPr txBox="1"/>
          <p:nvPr>
            <p:ph type="title"/>
          </p:nvPr>
        </p:nvSpPr>
        <p:spPr>
          <a:xfrm>
            <a:off x="896450" y="2422025"/>
            <a:ext cx="19062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35" name="Google Shape;1935;p228"/>
          <p:cNvSpPr txBox="1"/>
          <p:nvPr>
            <p:ph idx="2" type="subTitle"/>
          </p:nvPr>
        </p:nvSpPr>
        <p:spPr>
          <a:xfrm>
            <a:off x="3804700" y="2967800"/>
            <a:ext cx="1924500" cy="15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6" name="Google Shape;1936;p228"/>
          <p:cNvSpPr txBox="1"/>
          <p:nvPr>
            <p:ph idx="3" type="title"/>
          </p:nvPr>
        </p:nvSpPr>
        <p:spPr>
          <a:xfrm>
            <a:off x="3804692" y="2422025"/>
            <a:ext cx="19062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37" name="Google Shape;1937;p228"/>
          <p:cNvSpPr txBox="1"/>
          <p:nvPr>
            <p:ph idx="4" type="subTitle"/>
          </p:nvPr>
        </p:nvSpPr>
        <p:spPr>
          <a:xfrm>
            <a:off x="6732600" y="2967800"/>
            <a:ext cx="1906200" cy="15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8" name="Google Shape;1938;p228"/>
          <p:cNvSpPr txBox="1"/>
          <p:nvPr>
            <p:ph idx="5" type="title"/>
          </p:nvPr>
        </p:nvSpPr>
        <p:spPr>
          <a:xfrm>
            <a:off x="6732597" y="2422025"/>
            <a:ext cx="19062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39" name="Google Shape;1939;p228"/>
          <p:cNvSpPr txBox="1"/>
          <p:nvPr>
            <p:ph idx="6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0" name="Google Shape;1940;p228"/>
          <p:cNvSpPr txBox="1"/>
          <p:nvPr>
            <p:ph idx="7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5">
  <p:cSld name="CUSTOM_14"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229"/>
          <p:cNvSpPr/>
          <p:nvPr/>
        </p:nvSpPr>
        <p:spPr>
          <a:xfrm>
            <a:off x="7060588" y="1805512"/>
            <a:ext cx="1600800" cy="1600800"/>
          </a:xfrm>
          <a:prstGeom prst="ellipse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229"/>
          <p:cNvSpPr/>
          <p:nvPr/>
        </p:nvSpPr>
        <p:spPr>
          <a:xfrm>
            <a:off x="6783224" y="1752025"/>
            <a:ext cx="1062300" cy="198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44" name="Google Shape;1944;p229"/>
          <p:cNvCxnSpPr>
            <a:stCxn id="1945" idx="2"/>
          </p:cNvCxnSpPr>
          <p:nvPr/>
        </p:nvCxnSpPr>
        <p:spPr>
          <a:xfrm>
            <a:off x="1027532" y="1805519"/>
            <a:ext cx="68652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5" name="Google Shape;1945;p229"/>
          <p:cNvSpPr/>
          <p:nvPr/>
        </p:nvSpPr>
        <p:spPr>
          <a:xfrm>
            <a:off x="1027532" y="1643969"/>
            <a:ext cx="323100" cy="3231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6" name="Google Shape;1946;p229"/>
          <p:cNvSpPr/>
          <p:nvPr/>
        </p:nvSpPr>
        <p:spPr>
          <a:xfrm>
            <a:off x="2878397" y="1643969"/>
            <a:ext cx="323100" cy="3231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7" name="Google Shape;1947;p229"/>
          <p:cNvSpPr/>
          <p:nvPr/>
        </p:nvSpPr>
        <p:spPr>
          <a:xfrm>
            <a:off x="4729234" y="1643969"/>
            <a:ext cx="323100" cy="3231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8" name="Google Shape;1948;p229"/>
          <p:cNvSpPr/>
          <p:nvPr/>
        </p:nvSpPr>
        <p:spPr>
          <a:xfrm>
            <a:off x="6580084" y="1643969"/>
            <a:ext cx="323100" cy="3231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49" name="Google Shape;1949;p229"/>
          <p:cNvCxnSpPr/>
          <p:nvPr/>
        </p:nvCxnSpPr>
        <p:spPr>
          <a:xfrm>
            <a:off x="800088" y="3406437"/>
            <a:ext cx="6857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950" name="Google Shape;1950;p229"/>
          <p:cNvSpPr/>
          <p:nvPr/>
        </p:nvSpPr>
        <p:spPr>
          <a:xfrm>
            <a:off x="1969832" y="3274946"/>
            <a:ext cx="323100" cy="3231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1" name="Google Shape;1951;p229"/>
          <p:cNvSpPr/>
          <p:nvPr/>
        </p:nvSpPr>
        <p:spPr>
          <a:xfrm>
            <a:off x="3820697" y="3274946"/>
            <a:ext cx="323100" cy="3231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2" name="Google Shape;1952;p229"/>
          <p:cNvSpPr/>
          <p:nvPr/>
        </p:nvSpPr>
        <p:spPr>
          <a:xfrm>
            <a:off x="5671534" y="3274946"/>
            <a:ext cx="323100" cy="3231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3" name="Google Shape;1953;p229"/>
          <p:cNvSpPr/>
          <p:nvPr/>
        </p:nvSpPr>
        <p:spPr>
          <a:xfrm>
            <a:off x="7522384" y="3274946"/>
            <a:ext cx="323100" cy="3231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sz="9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4" name="Google Shape;1954;p229"/>
          <p:cNvSpPr txBox="1"/>
          <p:nvPr>
            <p:ph idx="1" type="subTitle"/>
          </p:nvPr>
        </p:nvSpPr>
        <p:spPr>
          <a:xfrm>
            <a:off x="518525" y="22579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55" name="Google Shape;1955;p229"/>
          <p:cNvSpPr txBox="1"/>
          <p:nvPr>
            <p:ph type="title"/>
          </p:nvPr>
        </p:nvSpPr>
        <p:spPr>
          <a:xfrm>
            <a:off x="518525" y="20888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56" name="Google Shape;1956;p229"/>
          <p:cNvSpPr txBox="1"/>
          <p:nvPr>
            <p:ph idx="2" type="subTitle"/>
          </p:nvPr>
        </p:nvSpPr>
        <p:spPr>
          <a:xfrm>
            <a:off x="2243488" y="22579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57" name="Google Shape;1957;p229"/>
          <p:cNvSpPr txBox="1"/>
          <p:nvPr>
            <p:ph idx="3" type="title"/>
          </p:nvPr>
        </p:nvSpPr>
        <p:spPr>
          <a:xfrm>
            <a:off x="2243501" y="20888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58" name="Google Shape;1958;p229"/>
          <p:cNvSpPr txBox="1"/>
          <p:nvPr>
            <p:ph idx="4" type="subTitle"/>
          </p:nvPr>
        </p:nvSpPr>
        <p:spPr>
          <a:xfrm>
            <a:off x="4228950" y="22579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59" name="Google Shape;1959;p229"/>
          <p:cNvSpPr txBox="1"/>
          <p:nvPr>
            <p:ph idx="5" type="title"/>
          </p:nvPr>
        </p:nvSpPr>
        <p:spPr>
          <a:xfrm>
            <a:off x="4228950" y="20888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60" name="Google Shape;1960;p229"/>
          <p:cNvSpPr txBox="1"/>
          <p:nvPr>
            <p:ph idx="6" type="subTitle"/>
          </p:nvPr>
        </p:nvSpPr>
        <p:spPr>
          <a:xfrm>
            <a:off x="5953913" y="22579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61" name="Google Shape;1961;p229"/>
          <p:cNvSpPr txBox="1"/>
          <p:nvPr>
            <p:ph idx="7" type="title"/>
          </p:nvPr>
        </p:nvSpPr>
        <p:spPr>
          <a:xfrm>
            <a:off x="5953926" y="20888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62" name="Google Shape;1962;p229"/>
          <p:cNvSpPr txBox="1"/>
          <p:nvPr>
            <p:ph idx="8" type="subTitle"/>
          </p:nvPr>
        </p:nvSpPr>
        <p:spPr>
          <a:xfrm>
            <a:off x="1538650" y="39410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63" name="Google Shape;1963;p229"/>
          <p:cNvSpPr txBox="1"/>
          <p:nvPr>
            <p:ph idx="9" type="title"/>
          </p:nvPr>
        </p:nvSpPr>
        <p:spPr>
          <a:xfrm>
            <a:off x="1538650" y="37719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64" name="Google Shape;1964;p229"/>
          <p:cNvSpPr txBox="1"/>
          <p:nvPr>
            <p:ph idx="13" type="subTitle"/>
          </p:nvPr>
        </p:nvSpPr>
        <p:spPr>
          <a:xfrm>
            <a:off x="3263613" y="39410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65" name="Google Shape;1965;p229"/>
          <p:cNvSpPr txBox="1"/>
          <p:nvPr>
            <p:ph idx="14" type="title"/>
          </p:nvPr>
        </p:nvSpPr>
        <p:spPr>
          <a:xfrm>
            <a:off x="3263626" y="37719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66" name="Google Shape;1966;p229"/>
          <p:cNvSpPr txBox="1"/>
          <p:nvPr>
            <p:ph idx="15" type="subTitle"/>
          </p:nvPr>
        </p:nvSpPr>
        <p:spPr>
          <a:xfrm>
            <a:off x="5143500" y="39410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67" name="Google Shape;1967;p229"/>
          <p:cNvSpPr txBox="1"/>
          <p:nvPr>
            <p:ph idx="16" type="title"/>
          </p:nvPr>
        </p:nvSpPr>
        <p:spPr>
          <a:xfrm>
            <a:off x="5143500" y="37719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68" name="Google Shape;1968;p229"/>
          <p:cNvSpPr txBox="1"/>
          <p:nvPr>
            <p:ph idx="17" type="subTitle"/>
          </p:nvPr>
        </p:nvSpPr>
        <p:spPr>
          <a:xfrm>
            <a:off x="6868463" y="3941000"/>
            <a:ext cx="1451400" cy="7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69" name="Google Shape;1969;p229"/>
          <p:cNvSpPr txBox="1"/>
          <p:nvPr>
            <p:ph idx="18" type="title"/>
          </p:nvPr>
        </p:nvSpPr>
        <p:spPr>
          <a:xfrm>
            <a:off x="6868476" y="3771900"/>
            <a:ext cx="1550100" cy="1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800"/>
              <a:buNone/>
              <a:defRPr sz="800">
                <a:solidFill>
                  <a:srgbClr val="F2F2F2"/>
                </a:solidFill>
              </a:defRPr>
            </a:lvl9pPr>
          </a:lstStyle>
          <a:p/>
        </p:txBody>
      </p:sp>
      <p:sp>
        <p:nvSpPr>
          <p:cNvPr id="1970" name="Google Shape;1970;p229"/>
          <p:cNvSpPr txBox="1"/>
          <p:nvPr>
            <p:ph idx="19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71" name="Google Shape;1971;p229"/>
          <p:cNvSpPr txBox="1"/>
          <p:nvPr>
            <p:ph idx="20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6">
  <p:cSld name="CUSTOM_15">
    <p:spTree>
      <p:nvGrpSpPr>
        <p:cNvPr id="1972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p230"/>
          <p:cNvSpPr/>
          <p:nvPr/>
        </p:nvSpPr>
        <p:spPr>
          <a:xfrm>
            <a:off x="3268863" y="2279593"/>
            <a:ext cx="2384100" cy="660000"/>
          </a:xfrm>
          <a:prstGeom prst="trapezoid">
            <a:avLst>
              <a:gd fmla="val 69509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974" name="Google Shape;1974;p230"/>
          <p:cNvSpPr/>
          <p:nvPr/>
        </p:nvSpPr>
        <p:spPr>
          <a:xfrm>
            <a:off x="2742649" y="3117381"/>
            <a:ext cx="3431700" cy="660000"/>
          </a:xfrm>
          <a:prstGeom prst="trapezoid">
            <a:avLst>
              <a:gd fmla="val 68291" name="adj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75" name="Google Shape;1975;p230"/>
          <p:cNvSpPr/>
          <p:nvPr/>
        </p:nvSpPr>
        <p:spPr>
          <a:xfrm>
            <a:off x="3826850" y="996313"/>
            <a:ext cx="1263300" cy="1049400"/>
          </a:xfrm>
          <a:prstGeom prst="triangle">
            <a:avLst>
              <a:gd fmla="val 51543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8363B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b="1" sz="2000">
              <a:solidFill>
                <a:srgbClr val="2836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6" name="Google Shape;1976;p230"/>
          <p:cNvSpPr/>
          <p:nvPr/>
        </p:nvSpPr>
        <p:spPr>
          <a:xfrm>
            <a:off x="2245875" y="3955170"/>
            <a:ext cx="4439100" cy="660000"/>
          </a:xfrm>
          <a:prstGeom prst="trapezoid">
            <a:avLst>
              <a:gd fmla="val 68291" name="adj"/>
            </a:avLst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977" name="Google Shape;1977;p230"/>
          <p:cNvCxnSpPr/>
          <p:nvPr/>
        </p:nvCxnSpPr>
        <p:spPr>
          <a:xfrm rot="10800000">
            <a:off x="4725150" y="1849000"/>
            <a:ext cx="16359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78" name="Google Shape;1978;p230"/>
          <p:cNvCxnSpPr/>
          <p:nvPr/>
        </p:nvCxnSpPr>
        <p:spPr>
          <a:xfrm rot="10800000">
            <a:off x="5534475" y="3447375"/>
            <a:ext cx="16359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979" name="Google Shape;1979;p230"/>
          <p:cNvCxnSpPr/>
          <p:nvPr/>
        </p:nvCxnSpPr>
        <p:spPr>
          <a:xfrm rot="10800000">
            <a:off x="2055775" y="2609600"/>
            <a:ext cx="16359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980" name="Google Shape;1980;p230"/>
          <p:cNvCxnSpPr>
            <a:endCxn id="1976" idx="1"/>
          </p:cNvCxnSpPr>
          <p:nvPr/>
        </p:nvCxnSpPr>
        <p:spPr>
          <a:xfrm rot="10800000">
            <a:off x="2471235" y="4285170"/>
            <a:ext cx="45390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981" name="Google Shape;1981;p230"/>
          <p:cNvCxnSpPr>
            <a:stCxn id="1976" idx="1"/>
          </p:cNvCxnSpPr>
          <p:nvPr/>
        </p:nvCxnSpPr>
        <p:spPr>
          <a:xfrm rot="10800000">
            <a:off x="1303335" y="4285170"/>
            <a:ext cx="11679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2" name="Google Shape;1982;p230"/>
          <p:cNvSpPr txBox="1"/>
          <p:nvPr/>
        </p:nvSpPr>
        <p:spPr>
          <a:xfrm>
            <a:off x="5181175" y="1479700"/>
            <a:ext cx="12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Heading here</a:t>
            </a:r>
            <a:endParaRPr b="1" sz="1200">
              <a:solidFill>
                <a:srgbClr val="2E5E73"/>
              </a:solidFill>
            </a:endParaRPr>
          </a:p>
        </p:txBody>
      </p:sp>
      <p:sp>
        <p:nvSpPr>
          <p:cNvPr id="1983" name="Google Shape;1983;p230"/>
          <p:cNvSpPr txBox="1"/>
          <p:nvPr/>
        </p:nvSpPr>
        <p:spPr>
          <a:xfrm>
            <a:off x="1958775" y="2240275"/>
            <a:ext cx="12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Heading here</a:t>
            </a:r>
            <a:endParaRPr b="1" sz="1200">
              <a:solidFill>
                <a:srgbClr val="2E5E73"/>
              </a:solidFill>
            </a:endParaRPr>
          </a:p>
        </p:txBody>
      </p:sp>
      <p:sp>
        <p:nvSpPr>
          <p:cNvPr id="1984" name="Google Shape;1984;p230"/>
          <p:cNvSpPr txBox="1"/>
          <p:nvPr/>
        </p:nvSpPr>
        <p:spPr>
          <a:xfrm>
            <a:off x="1207925" y="3915875"/>
            <a:ext cx="12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Heading here</a:t>
            </a:r>
            <a:endParaRPr b="1" sz="1200">
              <a:solidFill>
                <a:srgbClr val="2E5E73"/>
              </a:solidFill>
            </a:endParaRPr>
          </a:p>
        </p:txBody>
      </p:sp>
      <p:pic>
        <p:nvPicPr>
          <p:cNvPr id="1985" name="Google Shape;1985;p2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6045" y="3951924"/>
            <a:ext cx="59907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6" name="Google Shape;1986;p2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779" y="2138574"/>
            <a:ext cx="697197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7" name="Google Shape;1987;p2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8571" y="1501650"/>
            <a:ext cx="56490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8" name="Google Shape;1988;p2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23948" y="3062798"/>
            <a:ext cx="599075" cy="7691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9" name="Google Shape;1989;p230"/>
          <p:cNvCxnSpPr>
            <a:endCxn id="1973" idx="1"/>
          </p:cNvCxnSpPr>
          <p:nvPr/>
        </p:nvCxnSpPr>
        <p:spPr>
          <a:xfrm rot="10800000">
            <a:off x="3498242" y="2609593"/>
            <a:ext cx="26670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1990" name="Google Shape;1990;p230"/>
          <p:cNvCxnSpPr>
            <a:stCxn id="1974" idx="3"/>
          </p:cNvCxnSpPr>
          <p:nvPr/>
        </p:nvCxnSpPr>
        <p:spPr>
          <a:xfrm rot="10800000">
            <a:off x="5534389" y="3447381"/>
            <a:ext cx="41460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991" name="Google Shape;1991;p23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92" name="Google Shape;1992;p230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93" name="Google Shape;1993;p230"/>
          <p:cNvSpPr txBox="1"/>
          <p:nvPr/>
        </p:nvSpPr>
        <p:spPr>
          <a:xfrm>
            <a:off x="5907075" y="3055000"/>
            <a:ext cx="126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Heading here</a:t>
            </a:r>
            <a:endParaRPr b="1" sz="1200">
              <a:solidFill>
                <a:srgbClr val="2E5E73"/>
              </a:solidFill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7">
  <p:cSld name="CUSTOM_16"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95" name="Google Shape;1995;p231"/>
          <p:cNvCxnSpPr/>
          <p:nvPr/>
        </p:nvCxnSpPr>
        <p:spPr>
          <a:xfrm rot="10800000">
            <a:off x="4984248" y="3979850"/>
            <a:ext cx="3231900" cy="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6" name="Google Shape;1996;p231"/>
          <p:cNvCxnSpPr/>
          <p:nvPr/>
        </p:nvCxnSpPr>
        <p:spPr>
          <a:xfrm rot="10800000">
            <a:off x="5598648" y="2760650"/>
            <a:ext cx="2617500" cy="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7" name="Google Shape;1997;p231"/>
          <p:cNvCxnSpPr/>
          <p:nvPr/>
        </p:nvCxnSpPr>
        <p:spPr>
          <a:xfrm rot="10800000">
            <a:off x="5165750" y="1616800"/>
            <a:ext cx="3050400" cy="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8" name="Google Shape;1998;p231"/>
          <p:cNvCxnSpPr/>
          <p:nvPr/>
        </p:nvCxnSpPr>
        <p:spPr>
          <a:xfrm rot="10800000">
            <a:off x="457250" y="3446450"/>
            <a:ext cx="3031500" cy="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9" name="Google Shape;1999;p231"/>
          <p:cNvCxnSpPr/>
          <p:nvPr/>
        </p:nvCxnSpPr>
        <p:spPr>
          <a:xfrm rot="10800000">
            <a:off x="457300" y="2074850"/>
            <a:ext cx="3407700" cy="0"/>
          </a:xfrm>
          <a:prstGeom prst="straightConnector1">
            <a:avLst/>
          </a:prstGeom>
          <a:noFill/>
          <a:ln cap="flat" cmpd="sng" w="952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0" name="Google Shape;2000;p231"/>
          <p:cNvSpPr/>
          <p:nvPr/>
        </p:nvSpPr>
        <p:spPr>
          <a:xfrm rot="-4979340">
            <a:off x="3196687" y="1456287"/>
            <a:ext cx="2767493" cy="2771887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1" name="Google Shape;2001;p231"/>
          <p:cNvSpPr/>
          <p:nvPr/>
        </p:nvSpPr>
        <p:spPr>
          <a:xfrm rot="7923045">
            <a:off x="3174958" y="1453927"/>
            <a:ext cx="2774756" cy="2775201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231"/>
          <p:cNvSpPr/>
          <p:nvPr/>
        </p:nvSpPr>
        <p:spPr>
          <a:xfrm rot="3597646">
            <a:off x="3178355" y="1465981"/>
            <a:ext cx="2774111" cy="2776438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3" name="Google Shape;2003;p231"/>
          <p:cNvSpPr/>
          <p:nvPr/>
        </p:nvSpPr>
        <p:spPr>
          <a:xfrm rot="4022619">
            <a:off x="5320201" y="2220795"/>
            <a:ext cx="577648" cy="579030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231"/>
          <p:cNvSpPr/>
          <p:nvPr/>
        </p:nvSpPr>
        <p:spPr>
          <a:xfrm rot="-6818172">
            <a:off x="5317472" y="2211275"/>
            <a:ext cx="577660" cy="578915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231"/>
          <p:cNvSpPr/>
          <p:nvPr/>
        </p:nvSpPr>
        <p:spPr>
          <a:xfrm rot="-9361798">
            <a:off x="3184638" y="1447961"/>
            <a:ext cx="2776555" cy="2773451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231"/>
          <p:cNvSpPr/>
          <p:nvPr/>
        </p:nvSpPr>
        <p:spPr>
          <a:xfrm rot="-8939422">
            <a:off x="3649612" y="3442339"/>
            <a:ext cx="578242" cy="578192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231"/>
          <p:cNvSpPr/>
          <p:nvPr/>
        </p:nvSpPr>
        <p:spPr>
          <a:xfrm rot="1821421">
            <a:off x="3649857" y="3442103"/>
            <a:ext cx="578171" cy="578109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231"/>
          <p:cNvSpPr/>
          <p:nvPr/>
        </p:nvSpPr>
        <p:spPr>
          <a:xfrm rot="-598995">
            <a:off x="3189261" y="1467415"/>
            <a:ext cx="2777455" cy="2773180"/>
          </a:xfrm>
          <a:prstGeom prst="blockArc">
            <a:avLst>
              <a:gd fmla="val 12513247" name="adj1"/>
              <a:gd fmla="val 16867657" name="adj2"/>
              <a:gd fmla="val 20844" name="adj3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231"/>
          <p:cNvSpPr/>
          <p:nvPr/>
        </p:nvSpPr>
        <p:spPr>
          <a:xfrm rot="-176551">
            <a:off x="4302435" y="1467379"/>
            <a:ext cx="578563" cy="578263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231"/>
          <p:cNvSpPr/>
          <p:nvPr/>
        </p:nvSpPr>
        <p:spPr>
          <a:xfrm rot="10584085">
            <a:off x="4302418" y="1467587"/>
            <a:ext cx="578340" cy="578041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231"/>
          <p:cNvSpPr/>
          <p:nvPr/>
        </p:nvSpPr>
        <p:spPr>
          <a:xfrm rot="8347474">
            <a:off x="4931456" y="3431417"/>
            <a:ext cx="578072" cy="578435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231"/>
          <p:cNvSpPr/>
          <p:nvPr/>
        </p:nvSpPr>
        <p:spPr>
          <a:xfrm rot="-2492975">
            <a:off x="4931530" y="3431343"/>
            <a:ext cx="578047" cy="578644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231"/>
          <p:cNvSpPr/>
          <p:nvPr/>
        </p:nvSpPr>
        <p:spPr>
          <a:xfrm rot="-4555659">
            <a:off x="3248102" y="2209369"/>
            <a:ext cx="577429" cy="578884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231"/>
          <p:cNvSpPr/>
          <p:nvPr/>
        </p:nvSpPr>
        <p:spPr>
          <a:xfrm rot="6205784">
            <a:off x="3248236" y="2209364"/>
            <a:ext cx="577388" cy="578847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231"/>
          <p:cNvSpPr txBox="1"/>
          <p:nvPr/>
        </p:nvSpPr>
        <p:spPr>
          <a:xfrm>
            <a:off x="5715000" y="1620850"/>
            <a:ext cx="2849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Step 5 Goes Here: </a:t>
            </a:r>
            <a:b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6" name="Google Shape;2016;p231"/>
          <p:cNvSpPr txBox="1"/>
          <p:nvPr/>
        </p:nvSpPr>
        <p:spPr>
          <a:xfrm>
            <a:off x="5715000" y="2763850"/>
            <a:ext cx="2724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Step 4 Goes Here: </a:t>
            </a:r>
            <a:b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7" name="Google Shape;2017;p231"/>
          <p:cNvSpPr txBox="1"/>
          <p:nvPr/>
        </p:nvSpPr>
        <p:spPr>
          <a:xfrm>
            <a:off x="0" y="2078050"/>
            <a:ext cx="27798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0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Step 1 Goes Here: </a:t>
            </a:r>
            <a:br>
              <a:rPr b="1" lang="en" sz="10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8" name="Google Shape;2018;p231"/>
          <p:cNvSpPr txBox="1"/>
          <p:nvPr/>
        </p:nvSpPr>
        <p:spPr>
          <a:xfrm>
            <a:off x="0" y="3449650"/>
            <a:ext cx="28095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Step 2 Goes Here: </a:t>
            </a:r>
            <a:b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9" name="Google Shape;2019;p231"/>
          <p:cNvSpPr txBox="1"/>
          <p:nvPr/>
        </p:nvSpPr>
        <p:spPr>
          <a:xfrm>
            <a:off x="5715000" y="3983050"/>
            <a:ext cx="2724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Step 3 Goes Here: </a:t>
            </a:r>
            <a:br>
              <a:rPr b="1"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0" name="Google Shape;2020;p231"/>
          <p:cNvSpPr txBox="1"/>
          <p:nvPr/>
        </p:nvSpPr>
        <p:spPr>
          <a:xfrm>
            <a:off x="3264550" y="2289010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28363B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1" sz="1600">
              <a:solidFill>
                <a:srgbClr val="28363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1" name="Google Shape;2021;p231"/>
          <p:cNvSpPr txBox="1"/>
          <p:nvPr/>
        </p:nvSpPr>
        <p:spPr>
          <a:xfrm>
            <a:off x="4332231" y="1543736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2" name="Google Shape;2022;p231"/>
          <p:cNvSpPr txBox="1"/>
          <p:nvPr/>
        </p:nvSpPr>
        <p:spPr>
          <a:xfrm>
            <a:off x="4945653" y="3516001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3" name="Google Shape;2023;p231"/>
          <p:cNvSpPr txBox="1"/>
          <p:nvPr/>
        </p:nvSpPr>
        <p:spPr>
          <a:xfrm>
            <a:off x="3675648" y="3516001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1" sz="16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4" name="Google Shape;2024;p231"/>
          <p:cNvSpPr txBox="1"/>
          <p:nvPr/>
        </p:nvSpPr>
        <p:spPr>
          <a:xfrm>
            <a:off x="5355068" y="2289010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1" sz="16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5" name="Google Shape;2025;p23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6" name="Google Shape;2026;p231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8">
  <p:cSld name="CUSTOM_17"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8" name="Google Shape;2028;p232"/>
          <p:cNvCxnSpPr/>
          <p:nvPr/>
        </p:nvCxnSpPr>
        <p:spPr>
          <a:xfrm rot="10800000">
            <a:off x="4984248" y="3979850"/>
            <a:ext cx="3231900" cy="0"/>
          </a:xfrm>
          <a:prstGeom prst="straightConnector1">
            <a:avLst/>
          </a:prstGeom>
          <a:noFill/>
          <a:ln cap="flat" cmpd="sng" w="952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9" name="Google Shape;2029;p232"/>
          <p:cNvCxnSpPr/>
          <p:nvPr/>
        </p:nvCxnSpPr>
        <p:spPr>
          <a:xfrm rot="10800000">
            <a:off x="5598648" y="2760650"/>
            <a:ext cx="2617500" cy="0"/>
          </a:xfrm>
          <a:prstGeom prst="straightConnector1">
            <a:avLst/>
          </a:prstGeom>
          <a:noFill/>
          <a:ln cap="flat" cmpd="sng" w="952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0" name="Google Shape;2030;p232"/>
          <p:cNvCxnSpPr/>
          <p:nvPr/>
        </p:nvCxnSpPr>
        <p:spPr>
          <a:xfrm rot="10800000">
            <a:off x="5165750" y="1616800"/>
            <a:ext cx="3050400" cy="0"/>
          </a:xfrm>
          <a:prstGeom prst="straightConnector1">
            <a:avLst/>
          </a:prstGeom>
          <a:noFill/>
          <a:ln cap="flat" cmpd="sng" w="952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1" name="Google Shape;2031;p232"/>
          <p:cNvCxnSpPr/>
          <p:nvPr/>
        </p:nvCxnSpPr>
        <p:spPr>
          <a:xfrm rot="10800000">
            <a:off x="457250" y="3446450"/>
            <a:ext cx="3031500" cy="0"/>
          </a:xfrm>
          <a:prstGeom prst="straightConnector1">
            <a:avLst/>
          </a:prstGeom>
          <a:noFill/>
          <a:ln cap="flat" cmpd="sng" w="952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2" name="Google Shape;2032;p232"/>
          <p:cNvCxnSpPr/>
          <p:nvPr/>
        </p:nvCxnSpPr>
        <p:spPr>
          <a:xfrm rot="10800000">
            <a:off x="457300" y="2074850"/>
            <a:ext cx="3407700" cy="0"/>
          </a:xfrm>
          <a:prstGeom prst="straightConnector1">
            <a:avLst/>
          </a:prstGeom>
          <a:noFill/>
          <a:ln cap="flat" cmpd="sng" w="952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3" name="Google Shape;2033;p232"/>
          <p:cNvSpPr/>
          <p:nvPr/>
        </p:nvSpPr>
        <p:spPr>
          <a:xfrm rot="-4979340">
            <a:off x="3196687" y="1456287"/>
            <a:ext cx="2767493" cy="2771887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232"/>
          <p:cNvSpPr/>
          <p:nvPr/>
        </p:nvSpPr>
        <p:spPr>
          <a:xfrm rot="7923045">
            <a:off x="3174958" y="1453927"/>
            <a:ext cx="2774756" cy="2775201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232"/>
          <p:cNvSpPr/>
          <p:nvPr/>
        </p:nvSpPr>
        <p:spPr>
          <a:xfrm rot="3597646">
            <a:off x="3178355" y="1465981"/>
            <a:ext cx="2774111" cy="2776438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232"/>
          <p:cNvSpPr/>
          <p:nvPr/>
        </p:nvSpPr>
        <p:spPr>
          <a:xfrm rot="4022619">
            <a:off x="5320201" y="2220795"/>
            <a:ext cx="577648" cy="579030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232"/>
          <p:cNvSpPr/>
          <p:nvPr/>
        </p:nvSpPr>
        <p:spPr>
          <a:xfrm rot="-6818172">
            <a:off x="5317472" y="2211275"/>
            <a:ext cx="577660" cy="578915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8" name="Google Shape;2038;p232"/>
          <p:cNvSpPr/>
          <p:nvPr/>
        </p:nvSpPr>
        <p:spPr>
          <a:xfrm rot="-9361798">
            <a:off x="3184638" y="1447961"/>
            <a:ext cx="2776555" cy="2773451"/>
          </a:xfrm>
          <a:prstGeom prst="blockArc">
            <a:avLst>
              <a:gd fmla="val 12602522" name="adj1"/>
              <a:gd fmla="val 16867657" name="adj2"/>
              <a:gd fmla="val 20844" name="adj3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232"/>
          <p:cNvSpPr/>
          <p:nvPr/>
        </p:nvSpPr>
        <p:spPr>
          <a:xfrm rot="-8939422">
            <a:off x="3649612" y="3442339"/>
            <a:ext cx="578242" cy="578192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0" name="Google Shape;2040;p232"/>
          <p:cNvSpPr/>
          <p:nvPr/>
        </p:nvSpPr>
        <p:spPr>
          <a:xfrm rot="1821421">
            <a:off x="3649857" y="3442103"/>
            <a:ext cx="578171" cy="578109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082D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232"/>
          <p:cNvSpPr/>
          <p:nvPr/>
        </p:nvSpPr>
        <p:spPr>
          <a:xfrm rot="-598995">
            <a:off x="3189261" y="1467415"/>
            <a:ext cx="2777455" cy="2773180"/>
          </a:xfrm>
          <a:prstGeom prst="blockArc">
            <a:avLst>
              <a:gd fmla="val 12513247" name="adj1"/>
              <a:gd fmla="val 16867657" name="adj2"/>
              <a:gd fmla="val 20844" name="adj3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2" name="Google Shape;2042;p232"/>
          <p:cNvSpPr/>
          <p:nvPr/>
        </p:nvSpPr>
        <p:spPr>
          <a:xfrm rot="-176551">
            <a:off x="4302435" y="1467379"/>
            <a:ext cx="578563" cy="578263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232"/>
          <p:cNvSpPr/>
          <p:nvPr/>
        </p:nvSpPr>
        <p:spPr>
          <a:xfrm rot="10584085">
            <a:off x="4302418" y="1467587"/>
            <a:ext cx="578340" cy="578041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4" name="Google Shape;2044;p232"/>
          <p:cNvSpPr/>
          <p:nvPr/>
        </p:nvSpPr>
        <p:spPr>
          <a:xfrm rot="8347474">
            <a:off x="4931456" y="3431417"/>
            <a:ext cx="578072" cy="578435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232"/>
          <p:cNvSpPr/>
          <p:nvPr/>
        </p:nvSpPr>
        <p:spPr>
          <a:xfrm rot="-2492975">
            <a:off x="4931530" y="3431343"/>
            <a:ext cx="578047" cy="578644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1475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232"/>
          <p:cNvSpPr/>
          <p:nvPr/>
        </p:nvSpPr>
        <p:spPr>
          <a:xfrm rot="-4555659">
            <a:off x="3248102" y="2209369"/>
            <a:ext cx="577429" cy="578884"/>
          </a:xfrm>
          <a:prstGeom prst="pie">
            <a:avLst>
              <a:gd fmla="val 6190354" name="adj1"/>
              <a:gd fmla="val 14996165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232"/>
          <p:cNvSpPr/>
          <p:nvPr/>
        </p:nvSpPr>
        <p:spPr>
          <a:xfrm rot="6205784">
            <a:off x="3248236" y="2209364"/>
            <a:ext cx="577388" cy="578847"/>
          </a:xfrm>
          <a:prstGeom prst="pie">
            <a:avLst>
              <a:gd fmla="val 4028252" name="adj1"/>
              <a:gd fmla="val 17183677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232"/>
          <p:cNvSpPr txBox="1"/>
          <p:nvPr/>
        </p:nvSpPr>
        <p:spPr>
          <a:xfrm>
            <a:off x="5715000" y="1616800"/>
            <a:ext cx="2849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Step 5 Goes Here: </a:t>
            </a:r>
            <a:b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9" name="Google Shape;2049;p232"/>
          <p:cNvSpPr txBox="1"/>
          <p:nvPr/>
        </p:nvSpPr>
        <p:spPr>
          <a:xfrm>
            <a:off x="0" y="2078050"/>
            <a:ext cx="27798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Step 1 Goes Here: </a:t>
            </a:r>
            <a:b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0" name="Google Shape;2050;p232"/>
          <p:cNvSpPr txBox="1"/>
          <p:nvPr/>
        </p:nvSpPr>
        <p:spPr>
          <a:xfrm>
            <a:off x="0" y="3445600"/>
            <a:ext cx="28095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Step 2 Goes Here: </a:t>
            </a:r>
            <a:b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1" name="Google Shape;2051;p232"/>
          <p:cNvSpPr txBox="1"/>
          <p:nvPr/>
        </p:nvSpPr>
        <p:spPr>
          <a:xfrm>
            <a:off x="5715000" y="3979000"/>
            <a:ext cx="2724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Step 3 Goes Here: </a:t>
            </a:r>
            <a:b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2" name="Google Shape;2052;p232"/>
          <p:cNvSpPr txBox="1"/>
          <p:nvPr/>
        </p:nvSpPr>
        <p:spPr>
          <a:xfrm>
            <a:off x="3264550" y="2289010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3" name="Google Shape;2053;p232"/>
          <p:cNvSpPr txBox="1"/>
          <p:nvPr/>
        </p:nvSpPr>
        <p:spPr>
          <a:xfrm>
            <a:off x="3675648" y="3516001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4" name="Google Shape;2054;p232"/>
          <p:cNvSpPr txBox="1"/>
          <p:nvPr/>
        </p:nvSpPr>
        <p:spPr>
          <a:xfrm>
            <a:off x="4945653" y="3516001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5" name="Google Shape;2055;p232"/>
          <p:cNvSpPr txBox="1"/>
          <p:nvPr/>
        </p:nvSpPr>
        <p:spPr>
          <a:xfrm>
            <a:off x="5355068" y="2289010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1"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6" name="Google Shape;2056;p232"/>
          <p:cNvSpPr txBox="1"/>
          <p:nvPr/>
        </p:nvSpPr>
        <p:spPr>
          <a:xfrm>
            <a:off x="4332231" y="1543736"/>
            <a:ext cx="5079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b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7" name="Google Shape;2057;p232"/>
          <p:cNvSpPr txBox="1"/>
          <p:nvPr/>
        </p:nvSpPr>
        <p:spPr>
          <a:xfrm>
            <a:off x="5715000" y="2759800"/>
            <a:ext cx="27246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Step 4 Goes Here: </a:t>
            </a:r>
            <a:br>
              <a:rPr b="1"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Gray out the steps that you are not explaining. Make the text gray color a9b7c0ff. Completed steps are black. </a:t>
            </a:r>
            <a:endParaRPr sz="10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8" name="Google Shape;2058;p23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59" name="Google Shape;2059;p232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9">
  <p:cSld name="CUSTOM_18"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233"/>
          <p:cNvSpPr/>
          <p:nvPr/>
        </p:nvSpPr>
        <p:spPr>
          <a:xfrm>
            <a:off x="4515854" y="1187675"/>
            <a:ext cx="3633900" cy="1532400"/>
          </a:xfrm>
          <a:prstGeom prst="round2DiagRect">
            <a:avLst>
              <a:gd fmla="val 0" name="adj1"/>
              <a:gd fmla="val 1339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365750" lIns="73150" spcFirstLastPara="1" rIns="7315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second</a:t>
            </a:r>
            <a:r>
              <a:rPr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  </a:t>
            </a:r>
            <a:endParaRPr sz="11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A9B7C0"/>
              </a:solidFill>
            </a:endParaRPr>
          </a:p>
        </p:txBody>
      </p:sp>
      <p:sp>
        <p:nvSpPr>
          <p:cNvPr id="2062" name="Google Shape;2062;p233"/>
          <p:cNvSpPr/>
          <p:nvPr/>
        </p:nvSpPr>
        <p:spPr>
          <a:xfrm>
            <a:off x="823525" y="2781575"/>
            <a:ext cx="3633900" cy="1532400"/>
          </a:xfrm>
          <a:prstGeom prst="round2DiagRect">
            <a:avLst>
              <a:gd fmla="val 0" name="adj1"/>
              <a:gd fmla="val 0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b" bIns="182875" lIns="73150" spcFirstLastPara="1" rIns="73150" wrap="square" tIns="36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fourth</a:t>
            </a:r>
            <a:r>
              <a:rPr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</a:t>
            </a:r>
            <a:r>
              <a:rPr lang="en" sz="1100">
                <a:solidFill>
                  <a:srgbClr val="9E9E9E"/>
                </a:solidFill>
              </a:rPr>
              <a:t> </a:t>
            </a:r>
            <a:endParaRPr sz="1000">
              <a:solidFill>
                <a:srgbClr val="9E9E9E"/>
              </a:solidFill>
            </a:endParaRPr>
          </a:p>
        </p:txBody>
      </p:sp>
      <p:sp>
        <p:nvSpPr>
          <p:cNvPr id="2063" name="Google Shape;2063;p233"/>
          <p:cNvSpPr/>
          <p:nvPr/>
        </p:nvSpPr>
        <p:spPr>
          <a:xfrm flipH="1">
            <a:off x="4515700" y="2781575"/>
            <a:ext cx="3633900" cy="1532400"/>
          </a:xfrm>
          <a:prstGeom prst="round2DiagRect">
            <a:avLst>
              <a:gd fmla="val 0" name="adj1"/>
              <a:gd fmla="val 0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b" bIns="182875" lIns="73150" spcFirstLastPara="1" rIns="73150" wrap="square" tIns="36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third</a:t>
            </a:r>
            <a:r>
              <a:rPr lang="en" sz="11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 </a:t>
            </a:r>
            <a:endParaRPr sz="1000">
              <a:solidFill>
                <a:srgbClr val="9E9E9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4" name="Google Shape;2064;p233"/>
          <p:cNvSpPr/>
          <p:nvPr/>
        </p:nvSpPr>
        <p:spPr>
          <a:xfrm flipH="1">
            <a:off x="825871" y="1187675"/>
            <a:ext cx="3629400" cy="1532400"/>
          </a:xfrm>
          <a:prstGeom prst="round2DiagRect">
            <a:avLst>
              <a:gd fmla="val 0" name="adj1"/>
              <a:gd fmla="val 0" name="adj2"/>
            </a:avLst>
          </a:prstGeom>
          <a:solidFill>
            <a:srgbClr val="AADCF2"/>
          </a:solidFill>
          <a:ln>
            <a:noFill/>
          </a:ln>
        </p:spPr>
        <p:txBody>
          <a:bodyPr anchorCtr="0" anchor="t" bIns="365750" lIns="73150" spcFirstLastPara="1" rIns="7315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first</a:t>
            </a: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 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5" name="Google Shape;2065;p233"/>
          <p:cNvSpPr/>
          <p:nvPr/>
        </p:nvSpPr>
        <p:spPr>
          <a:xfrm>
            <a:off x="3857625" y="2247875"/>
            <a:ext cx="6582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1"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6" name="Google Shape;2066;p233"/>
          <p:cNvSpPr/>
          <p:nvPr/>
        </p:nvSpPr>
        <p:spPr>
          <a:xfrm>
            <a:off x="4457550" y="2247875"/>
            <a:ext cx="6000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7" name="Google Shape;2067;p233"/>
          <p:cNvSpPr/>
          <p:nvPr/>
        </p:nvSpPr>
        <p:spPr>
          <a:xfrm>
            <a:off x="3857625" y="2705075"/>
            <a:ext cx="6582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8" name="Google Shape;2068;p233"/>
          <p:cNvSpPr/>
          <p:nvPr/>
        </p:nvSpPr>
        <p:spPr>
          <a:xfrm>
            <a:off x="4457550" y="2705075"/>
            <a:ext cx="6000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9" name="Google Shape;2069;p23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0" name="Google Shape;2070;p233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0">
  <p:cSld name="CUSTOM_19"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234"/>
          <p:cNvSpPr/>
          <p:nvPr/>
        </p:nvSpPr>
        <p:spPr>
          <a:xfrm>
            <a:off x="4515854" y="1187675"/>
            <a:ext cx="3633900" cy="1532400"/>
          </a:xfrm>
          <a:prstGeom prst="round2DiagRect">
            <a:avLst>
              <a:gd fmla="val 0" name="adj1"/>
              <a:gd fmla="val 1339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t" bIns="365750" lIns="73150" spcFirstLastPara="1" rIns="7315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second</a:t>
            </a: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  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  <p:sp>
        <p:nvSpPr>
          <p:cNvPr id="2073" name="Google Shape;2073;p234"/>
          <p:cNvSpPr/>
          <p:nvPr/>
        </p:nvSpPr>
        <p:spPr>
          <a:xfrm>
            <a:off x="823625" y="2781575"/>
            <a:ext cx="3633900" cy="1532400"/>
          </a:xfrm>
          <a:prstGeom prst="round2DiagRect">
            <a:avLst>
              <a:gd fmla="val 0" name="adj1"/>
              <a:gd fmla="val 0" name="adj2"/>
            </a:avLst>
          </a:prstGeom>
          <a:solidFill>
            <a:srgbClr val="2E5E73"/>
          </a:solidFill>
          <a:ln>
            <a:noFill/>
          </a:ln>
        </p:spPr>
        <p:txBody>
          <a:bodyPr anchorCtr="0" anchor="b" bIns="182875" lIns="73150" spcFirstLastPara="1" rIns="73150" wrap="square" tIns="36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fourth</a:t>
            </a:r>
            <a:r>
              <a:rPr lang="en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</a:t>
            </a:r>
            <a:r>
              <a:rPr lang="en" sz="1100">
                <a:solidFill>
                  <a:srgbClr val="FFFFFF"/>
                </a:solidFill>
              </a:rPr>
              <a:t> </a:t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2074" name="Google Shape;2074;p234"/>
          <p:cNvSpPr/>
          <p:nvPr/>
        </p:nvSpPr>
        <p:spPr>
          <a:xfrm flipH="1">
            <a:off x="4515700" y="2781575"/>
            <a:ext cx="3633900" cy="1532400"/>
          </a:xfrm>
          <a:prstGeom prst="round2DiagRect">
            <a:avLst>
              <a:gd fmla="val 0" name="adj1"/>
              <a:gd fmla="val 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b" bIns="182875" lIns="73150" spcFirstLastPara="1" rIns="73150" wrap="square" tIns="36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third</a:t>
            </a: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 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5" name="Google Shape;2075;p234"/>
          <p:cNvSpPr/>
          <p:nvPr/>
        </p:nvSpPr>
        <p:spPr>
          <a:xfrm flipH="1">
            <a:off x="825871" y="1187675"/>
            <a:ext cx="3629400" cy="1532400"/>
          </a:xfrm>
          <a:prstGeom prst="round2DiagRect">
            <a:avLst>
              <a:gd fmla="val 0" name="adj1"/>
              <a:gd fmla="val 0" name="adj2"/>
            </a:avLst>
          </a:prstGeom>
          <a:solidFill>
            <a:srgbClr val="AADCF2"/>
          </a:solidFill>
          <a:ln>
            <a:noFill/>
          </a:ln>
        </p:spPr>
        <p:txBody>
          <a:bodyPr anchorCtr="0" anchor="t" bIns="365750" lIns="73150" spcFirstLastPara="1" rIns="7315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slide has 4 parts. Explain the </a:t>
            </a:r>
            <a:r>
              <a:rPr b="1"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first</a:t>
            </a: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part here. The parts that have not yet been explained are grayed out. You can change the point size of this text depending on how much space you need. </a:t>
            </a:r>
            <a:endParaRPr sz="1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6" name="Google Shape;2076;p234"/>
          <p:cNvSpPr/>
          <p:nvPr/>
        </p:nvSpPr>
        <p:spPr>
          <a:xfrm>
            <a:off x="3857625" y="2247875"/>
            <a:ext cx="6582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1"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7" name="Google Shape;2077;p234"/>
          <p:cNvSpPr/>
          <p:nvPr/>
        </p:nvSpPr>
        <p:spPr>
          <a:xfrm>
            <a:off x="4457550" y="2247875"/>
            <a:ext cx="6000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1"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8" name="Google Shape;2078;p234"/>
          <p:cNvSpPr/>
          <p:nvPr/>
        </p:nvSpPr>
        <p:spPr>
          <a:xfrm>
            <a:off x="3857625" y="2705075"/>
            <a:ext cx="6582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1"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9" name="Google Shape;2079;p234"/>
          <p:cNvSpPr/>
          <p:nvPr/>
        </p:nvSpPr>
        <p:spPr>
          <a:xfrm>
            <a:off x="4457550" y="2705075"/>
            <a:ext cx="6000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1" sz="24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0" name="Google Shape;2080;p23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81" name="Google Shape;2081;p234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1">
  <p:cSld name="CUSTOM_20"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p235"/>
          <p:cNvSpPr/>
          <p:nvPr/>
        </p:nvSpPr>
        <p:spPr>
          <a:xfrm>
            <a:off x="3552852" y="1425422"/>
            <a:ext cx="2031000" cy="2031000"/>
          </a:xfrm>
          <a:prstGeom prst="ellipse">
            <a:avLst/>
          </a:prstGeom>
          <a:noFill/>
          <a:ln cap="flat" cmpd="sng" w="28575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235"/>
          <p:cNvSpPr/>
          <p:nvPr/>
        </p:nvSpPr>
        <p:spPr>
          <a:xfrm>
            <a:off x="2824599" y="2450459"/>
            <a:ext cx="2031000" cy="2031000"/>
          </a:xfrm>
          <a:prstGeom prst="ellipse">
            <a:avLst/>
          </a:prstGeom>
          <a:noFill/>
          <a:ln cap="flat" cmpd="sng" w="28575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5" name="Google Shape;2085;p235"/>
          <p:cNvSpPr/>
          <p:nvPr/>
        </p:nvSpPr>
        <p:spPr>
          <a:xfrm>
            <a:off x="4256816" y="2450459"/>
            <a:ext cx="2031000" cy="2031000"/>
          </a:xfrm>
          <a:prstGeom prst="ellipse">
            <a:avLst/>
          </a:prstGeom>
          <a:noFill/>
          <a:ln cap="flat" cmpd="sng" w="28575">
            <a:solidFill>
              <a:srgbClr val="1475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86" name="Google Shape;2086;p235"/>
          <p:cNvCxnSpPr/>
          <p:nvPr/>
        </p:nvCxnSpPr>
        <p:spPr>
          <a:xfrm rot="10800000">
            <a:off x="2425150" y="1824750"/>
            <a:ext cx="2104800" cy="0"/>
          </a:xfrm>
          <a:prstGeom prst="straightConnector1">
            <a:avLst/>
          </a:prstGeom>
          <a:noFill/>
          <a:ln cap="flat" cmpd="sng" w="9525">
            <a:solidFill>
              <a:srgbClr val="082D49"/>
            </a:solidFill>
            <a:prstDash val="solid"/>
            <a:round/>
            <a:headEnd len="sm" w="sm" type="oval"/>
            <a:tailEnd len="sm" w="sm" type="none"/>
          </a:ln>
        </p:spPr>
      </p:cxnSp>
      <p:sp>
        <p:nvSpPr>
          <p:cNvPr id="2087" name="Google Shape;2087;p235"/>
          <p:cNvSpPr txBox="1"/>
          <p:nvPr/>
        </p:nvSpPr>
        <p:spPr>
          <a:xfrm>
            <a:off x="298901" y="1776643"/>
            <a:ext cx="21273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Vestibulum congue tempus</a:t>
            </a:r>
            <a:endParaRPr b="1" sz="12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elit, sed do eiusmod tempor. Donec facilisis lacus eget mauris.</a:t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8" name="Google Shape;2088;p235"/>
          <p:cNvCxnSpPr/>
          <p:nvPr/>
        </p:nvCxnSpPr>
        <p:spPr>
          <a:xfrm rot="10800000">
            <a:off x="2430775" y="3915050"/>
            <a:ext cx="1100700" cy="0"/>
          </a:xfrm>
          <a:prstGeom prst="straightConnector1">
            <a:avLst/>
          </a:prstGeom>
          <a:noFill/>
          <a:ln cap="flat" cmpd="sng" w="9525">
            <a:solidFill>
              <a:srgbClr val="082D49"/>
            </a:solidFill>
            <a:prstDash val="solid"/>
            <a:round/>
            <a:headEnd len="sm" w="sm" type="oval"/>
            <a:tailEnd len="sm" w="sm" type="none"/>
          </a:ln>
        </p:spPr>
      </p:cxnSp>
      <p:sp>
        <p:nvSpPr>
          <p:cNvPr id="2089" name="Google Shape;2089;p235"/>
          <p:cNvSpPr txBox="1"/>
          <p:nvPr/>
        </p:nvSpPr>
        <p:spPr>
          <a:xfrm>
            <a:off x="298901" y="3867018"/>
            <a:ext cx="21273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Vestibulum congue tempus</a:t>
            </a:r>
            <a:endParaRPr b="1" sz="12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elit, sed do eiusmod tempor. Donec facilisis lacus eget mauris.</a:t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0" name="Google Shape;2090;p235"/>
          <p:cNvCxnSpPr/>
          <p:nvPr/>
        </p:nvCxnSpPr>
        <p:spPr>
          <a:xfrm rot="10800000">
            <a:off x="4530050" y="3294850"/>
            <a:ext cx="19797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oval"/>
          </a:ln>
        </p:spPr>
      </p:cxnSp>
      <p:sp>
        <p:nvSpPr>
          <p:cNvPr id="2091" name="Google Shape;2091;p235"/>
          <p:cNvSpPr txBox="1"/>
          <p:nvPr/>
        </p:nvSpPr>
        <p:spPr>
          <a:xfrm>
            <a:off x="6586728" y="3257425"/>
            <a:ext cx="22296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Vestibulum congue tempus</a:t>
            </a:r>
            <a:endParaRPr b="1" sz="120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elit, sed do eiusmod tempor. Donec facilisis lacus eget mauris.</a:t>
            </a:r>
            <a:endParaRPr b="1" sz="80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2" name="Google Shape;2092;p235"/>
          <p:cNvCxnSpPr/>
          <p:nvPr/>
        </p:nvCxnSpPr>
        <p:spPr>
          <a:xfrm rot="10800000">
            <a:off x="5153575" y="2534663"/>
            <a:ext cx="1436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oval"/>
          </a:ln>
        </p:spPr>
      </p:cxnSp>
      <p:sp>
        <p:nvSpPr>
          <p:cNvPr id="2093" name="Google Shape;2093;p235"/>
          <p:cNvSpPr txBox="1"/>
          <p:nvPr/>
        </p:nvSpPr>
        <p:spPr>
          <a:xfrm>
            <a:off x="6589976" y="2505343"/>
            <a:ext cx="21273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Vestibulum congue tempus</a:t>
            </a:r>
            <a:endParaRPr b="1" sz="120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elit, sed do eiusmod tempor. Donec facilisis lacus eget mauris.</a:t>
            </a:r>
            <a:endParaRPr b="1" sz="80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4" name="Google Shape;2094;p235"/>
          <p:cNvCxnSpPr/>
          <p:nvPr/>
        </p:nvCxnSpPr>
        <p:spPr>
          <a:xfrm rot="10800000">
            <a:off x="2473225" y="2777675"/>
            <a:ext cx="1268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oval"/>
            <a:tailEnd len="sm" w="sm" type="none"/>
          </a:ln>
        </p:spPr>
      </p:cxnSp>
      <p:sp>
        <p:nvSpPr>
          <p:cNvPr id="2095" name="Google Shape;2095;p235"/>
          <p:cNvSpPr txBox="1"/>
          <p:nvPr/>
        </p:nvSpPr>
        <p:spPr>
          <a:xfrm>
            <a:off x="353901" y="2729630"/>
            <a:ext cx="21273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Vestibulum congue tempus</a:t>
            </a:r>
            <a:endParaRPr b="1" sz="120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elit, sed do eiusmod tempor. Donec facilisis lacus eget mauris.</a:t>
            </a:r>
            <a:endParaRPr b="1" sz="800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6" name="Google Shape;2096;p235"/>
          <p:cNvCxnSpPr/>
          <p:nvPr/>
        </p:nvCxnSpPr>
        <p:spPr>
          <a:xfrm rot="10800000">
            <a:off x="5334000" y="4057525"/>
            <a:ext cx="1280400" cy="0"/>
          </a:xfrm>
          <a:prstGeom prst="straightConnector1">
            <a:avLst/>
          </a:prstGeom>
          <a:noFill/>
          <a:ln cap="flat" cmpd="sng" w="9525">
            <a:solidFill>
              <a:srgbClr val="082D49"/>
            </a:solidFill>
            <a:prstDash val="solid"/>
            <a:round/>
            <a:headEnd len="sm" w="sm" type="none"/>
            <a:tailEnd len="sm" w="sm" type="oval"/>
          </a:ln>
        </p:spPr>
      </p:cxnSp>
      <p:sp>
        <p:nvSpPr>
          <p:cNvPr id="2097" name="Google Shape;2097;p235"/>
          <p:cNvSpPr txBox="1"/>
          <p:nvPr/>
        </p:nvSpPr>
        <p:spPr>
          <a:xfrm>
            <a:off x="6586728" y="4009500"/>
            <a:ext cx="22296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Vestibulum congue tempus</a:t>
            </a:r>
            <a:endParaRPr b="1" sz="12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elit, sed do eiusmod tempor. Donec facilisis lacus eget mauris.</a:t>
            </a:r>
            <a:endParaRPr b="1" sz="8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8" name="Google Shape;2098;p23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99" name="Google Shape;2099;p235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p236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02" name="Google Shape;2102;p23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03" name="Google Shape;2103;p236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2104" name="Shape 2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5" name="Google Shape;2105;p237"/>
          <p:cNvSpPr txBox="1"/>
          <p:nvPr>
            <p:ph type="ctrTitle"/>
          </p:nvPr>
        </p:nvSpPr>
        <p:spPr>
          <a:xfrm>
            <a:off x="0" y="744575"/>
            <a:ext cx="9144000" cy="2052600"/>
          </a:xfrm>
          <a:prstGeom prst="rect">
            <a:avLst/>
          </a:prstGeom>
        </p:spPr>
        <p:txBody>
          <a:bodyPr anchorCtr="0" anchor="b" bIns="91425" lIns="36575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06" name="Google Shape;2106;p2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07" name="Google Shape;2107;p2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2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0" name="Google Shape;2110;p2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11" name="Google Shape;2111;p2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Title Slide Cybersecurity">
  <p:cSld name="CUSTOM_2_3_1_1_1_1_1_2_1_2_1_1_1_1_2_2_1_2_1"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3" name="Google Shape;2113;p239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114" name="Google Shape;2114;p239"/>
          <p:cNvSpPr txBox="1"/>
          <p:nvPr/>
        </p:nvSpPr>
        <p:spPr>
          <a:xfrm>
            <a:off x="206300" y="4868750"/>
            <a:ext cx="86634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© 2022 edX Boot Camps LLC. Confidential and Proprietary. All Rights Reserved.</a:t>
            </a:r>
            <a:endParaRPr sz="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5" name="Google Shape;2115;p239"/>
          <p:cNvSpPr/>
          <p:nvPr/>
        </p:nvSpPr>
        <p:spPr>
          <a:xfrm>
            <a:off x="269850" y="3467088"/>
            <a:ext cx="8604300" cy="141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16" name="Google Shape;2116;p239"/>
          <p:cNvCxnSpPr/>
          <p:nvPr/>
        </p:nvCxnSpPr>
        <p:spPr>
          <a:xfrm>
            <a:off x="605150" y="4157225"/>
            <a:ext cx="69711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117" name="Google Shape;2117;p2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3497" y="3773563"/>
            <a:ext cx="822959" cy="7112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118" name="Google Shape;2118;p239"/>
          <p:cNvSpPr txBox="1"/>
          <p:nvPr>
            <p:ph type="title"/>
          </p:nvPr>
        </p:nvSpPr>
        <p:spPr>
          <a:xfrm>
            <a:off x="-4350" y="1213825"/>
            <a:ext cx="9144000" cy="1581900"/>
          </a:xfrm>
          <a:prstGeom prst="rect">
            <a:avLst/>
          </a:prstGeom>
        </p:spPr>
        <p:txBody>
          <a:bodyPr anchorCtr="0" anchor="ctr" bIns="0" lIns="3108950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19" name="Google Shape;2119;p239"/>
          <p:cNvSpPr txBox="1"/>
          <p:nvPr>
            <p:ph idx="2" type="title"/>
          </p:nvPr>
        </p:nvSpPr>
        <p:spPr>
          <a:xfrm>
            <a:off x="3254000" y="4157175"/>
            <a:ext cx="4373700" cy="434400"/>
          </a:xfrm>
          <a:prstGeom prst="rect">
            <a:avLst/>
          </a:prstGeom>
        </p:spPr>
        <p:txBody>
          <a:bodyPr anchorCtr="0" anchor="ctr" bIns="0" lIns="64007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3F3F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pic>
        <p:nvPicPr>
          <p:cNvPr id="2120" name="Google Shape;2120;p2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010" y="1152144"/>
            <a:ext cx="2286002" cy="1691641"/>
          </a:xfrm>
          <a:prstGeom prst="rect">
            <a:avLst/>
          </a:prstGeom>
          <a:noFill/>
          <a:ln>
            <a:noFill/>
          </a:ln>
        </p:spPr>
      </p:pic>
      <p:sp>
        <p:nvSpPr>
          <p:cNvPr id="2121" name="Google Shape;2121;p239"/>
          <p:cNvSpPr txBox="1"/>
          <p:nvPr/>
        </p:nvSpPr>
        <p:spPr>
          <a:xfrm>
            <a:off x="4632338" y="3804363"/>
            <a:ext cx="29439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Cybersecurity</a:t>
            </a:r>
            <a:endParaRPr sz="1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1212">
          <p15:clr>
            <a:srgbClr val="FA7B17"/>
          </p15:clr>
        </p15:guide>
      </p15:sldGuideLst>
    </p:ext>
  </p:extLst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. Bullets 1–5 (Teal)">
  <p:cSld name="CUSTOM_2_7_1_4_1">
    <p:spTree>
      <p:nvGrpSpPr>
        <p:cNvPr id="2122" name="Shape 2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3" name="Google Shape;2123;p240"/>
          <p:cNvSpPr/>
          <p:nvPr/>
        </p:nvSpPr>
        <p:spPr>
          <a:xfrm>
            <a:off x="1362456" y="1300238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240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2125" name="Google Shape;2125;p24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cxnSp>
        <p:nvCxnSpPr>
          <p:cNvPr id="2126" name="Google Shape;2126;p240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7" name="Google Shape;2127;p24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28" name="Google Shape;2128;p24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9" name="Google Shape;2129;p240"/>
          <p:cNvSpPr txBox="1"/>
          <p:nvPr>
            <p:ph idx="2" type="subTitle"/>
          </p:nvPr>
        </p:nvSpPr>
        <p:spPr>
          <a:xfrm>
            <a:off x="-12125" y="1319425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130" name="Google Shape;2130;p240"/>
          <p:cNvSpPr/>
          <p:nvPr/>
        </p:nvSpPr>
        <p:spPr>
          <a:xfrm>
            <a:off x="1352550" y="200253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240"/>
          <p:cNvSpPr/>
          <p:nvPr/>
        </p:nvSpPr>
        <p:spPr>
          <a:xfrm>
            <a:off x="1352550" y="269285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240"/>
          <p:cNvSpPr/>
          <p:nvPr/>
        </p:nvSpPr>
        <p:spPr>
          <a:xfrm>
            <a:off x="1352550" y="338557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240"/>
          <p:cNvSpPr txBox="1"/>
          <p:nvPr>
            <p:ph idx="3" type="subTitle"/>
          </p:nvPr>
        </p:nvSpPr>
        <p:spPr>
          <a:xfrm>
            <a:off x="-12125" y="2004950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134" name="Google Shape;2134;p240"/>
          <p:cNvSpPr txBox="1"/>
          <p:nvPr>
            <p:ph idx="4" type="subTitle"/>
          </p:nvPr>
        </p:nvSpPr>
        <p:spPr>
          <a:xfrm>
            <a:off x="-12125" y="2695275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135" name="Google Shape;2135;p240"/>
          <p:cNvSpPr txBox="1"/>
          <p:nvPr>
            <p:ph idx="5" type="subTitle"/>
          </p:nvPr>
        </p:nvSpPr>
        <p:spPr>
          <a:xfrm>
            <a:off x="-12125" y="3385575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136" name="Google Shape;2136;p240"/>
          <p:cNvSpPr/>
          <p:nvPr/>
        </p:nvSpPr>
        <p:spPr>
          <a:xfrm>
            <a:off x="1364850" y="407830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240"/>
          <p:cNvSpPr txBox="1"/>
          <p:nvPr>
            <p:ph idx="6" type="subTitle"/>
          </p:nvPr>
        </p:nvSpPr>
        <p:spPr>
          <a:xfrm>
            <a:off x="-12125" y="4078300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grpSp>
        <p:nvGrpSpPr>
          <p:cNvPr id="2138" name="Google Shape;2138;p240"/>
          <p:cNvGrpSpPr/>
          <p:nvPr/>
        </p:nvGrpSpPr>
        <p:grpSpPr>
          <a:xfrm>
            <a:off x="450683" y="1358000"/>
            <a:ext cx="743726" cy="530949"/>
            <a:chOff x="450683" y="1358000"/>
            <a:chExt cx="743726" cy="530949"/>
          </a:xfrm>
        </p:grpSpPr>
        <p:sp>
          <p:nvSpPr>
            <p:cNvPr id="2139" name="Google Shape;2139;p240"/>
            <p:cNvSpPr/>
            <p:nvPr/>
          </p:nvSpPr>
          <p:spPr>
            <a:xfrm>
              <a:off x="450683" y="1358000"/>
              <a:ext cx="743726" cy="252358"/>
            </a:xfrm>
            <a:custGeom>
              <a:rect b="b" l="l" r="r" t="t"/>
              <a:pathLst>
                <a:path extrusionOk="0" h="9769" w="29405">
                  <a:moveTo>
                    <a:pt x="0" y="101"/>
                  </a:moveTo>
                  <a:lnTo>
                    <a:pt x="0" y="9769"/>
                  </a:lnTo>
                  <a:lnTo>
                    <a:pt x="29405" y="9769"/>
                  </a:lnTo>
                  <a:lnTo>
                    <a:pt x="19637" y="0"/>
                  </a:lnTo>
                  <a:close/>
                </a:path>
              </a:pathLst>
            </a:custGeom>
            <a:solidFill>
              <a:srgbClr val="00D6CB">
                <a:alpha val="56420"/>
              </a:srgbClr>
            </a:solidFill>
            <a:ln>
              <a:noFill/>
            </a:ln>
          </p:spPr>
        </p:sp>
        <p:sp>
          <p:nvSpPr>
            <p:cNvPr id="2140" name="Google Shape;2140;p240"/>
            <p:cNvSpPr/>
            <p:nvPr/>
          </p:nvSpPr>
          <p:spPr>
            <a:xfrm flipH="1" rot="10800000">
              <a:off x="450683" y="1636592"/>
              <a:ext cx="743726" cy="252358"/>
            </a:xfrm>
            <a:custGeom>
              <a:rect b="b" l="l" r="r" t="t"/>
              <a:pathLst>
                <a:path extrusionOk="0" h="9769" w="29405">
                  <a:moveTo>
                    <a:pt x="0" y="101"/>
                  </a:moveTo>
                  <a:lnTo>
                    <a:pt x="0" y="9769"/>
                  </a:lnTo>
                  <a:lnTo>
                    <a:pt x="29405" y="9769"/>
                  </a:lnTo>
                  <a:lnTo>
                    <a:pt x="19637" y="0"/>
                  </a:lnTo>
                  <a:close/>
                </a:path>
              </a:pathLst>
            </a:custGeom>
            <a:solidFill>
              <a:srgbClr val="00D6CB"/>
            </a:solidFill>
            <a:ln>
              <a:noFill/>
            </a:ln>
          </p:spPr>
        </p:sp>
      </p:grpSp>
      <p:sp>
        <p:nvSpPr>
          <p:cNvPr id="2141" name="Google Shape;2141;p240"/>
          <p:cNvSpPr/>
          <p:nvPr/>
        </p:nvSpPr>
        <p:spPr>
          <a:xfrm>
            <a:off x="450683" y="2042925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>
              <a:alpha val="56420"/>
            </a:srgbClr>
          </a:solidFill>
          <a:ln>
            <a:noFill/>
          </a:ln>
        </p:spPr>
      </p:sp>
      <p:sp>
        <p:nvSpPr>
          <p:cNvPr id="2142" name="Google Shape;2142;p240"/>
          <p:cNvSpPr/>
          <p:nvPr/>
        </p:nvSpPr>
        <p:spPr>
          <a:xfrm flipH="1" rot="10800000">
            <a:off x="450683" y="2321517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/>
          </a:solidFill>
          <a:ln>
            <a:noFill/>
          </a:ln>
        </p:spPr>
      </p:sp>
      <p:sp>
        <p:nvSpPr>
          <p:cNvPr id="2143" name="Google Shape;2143;p240"/>
          <p:cNvSpPr/>
          <p:nvPr/>
        </p:nvSpPr>
        <p:spPr>
          <a:xfrm>
            <a:off x="450683" y="2758813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>
              <a:alpha val="56420"/>
            </a:srgbClr>
          </a:solidFill>
          <a:ln>
            <a:noFill/>
          </a:ln>
        </p:spPr>
      </p:sp>
      <p:sp>
        <p:nvSpPr>
          <p:cNvPr id="2144" name="Google Shape;2144;p240"/>
          <p:cNvSpPr/>
          <p:nvPr/>
        </p:nvSpPr>
        <p:spPr>
          <a:xfrm flipH="1" rot="10800000">
            <a:off x="450683" y="3037404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/>
          </a:solidFill>
          <a:ln>
            <a:noFill/>
          </a:ln>
        </p:spPr>
      </p:sp>
      <p:sp>
        <p:nvSpPr>
          <p:cNvPr id="2145" name="Google Shape;2145;p240"/>
          <p:cNvSpPr/>
          <p:nvPr/>
        </p:nvSpPr>
        <p:spPr>
          <a:xfrm>
            <a:off x="450683" y="3442525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>
              <a:alpha val="56420"/>
            </a:srgbClr>
          </a:solidFill>
          <a:ln>
            <a:noFill/>
          </a:ln>
        </p:spPr>
      </p:sp>
      <p:sp>
        <p:nvSpPr>
          <p:cNvPr id="2146" name="Google Shape;2146;p240"/>
          <p:cNvSpPr/>
          <p:nvPr/>
        </p:nvSpPr>
        <p:spPr>
          <a:xfrm flipH="1" rot="10800000">
            <a:off x="450683" y="3721117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/>
          </a:solidFill>
          <a:ln>
            <a:noFill/>
          </a:ln>
        </p:spPr>
      </p:sp>
      <p:sp>
        <p:nvSpPr>
          <p:cNvPr id="2147" name="Google Shape;2147;p240"/>
          <p:cNvSpPr/>
          <p:nvPr/>
        </p:nvSpPr>
        <p:spPr>
          <a:xfrm>
            <a:off x="450683" y="4126238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>
              <a:alpha val="56420"/>
            </a:srgbClr>
          </a:solidFill>
          <a:ln>
            <a:noFill/>
          </a:ln>
        </p:spPr>
      </p:sp>
      <p:sp>
        <p:nvSpPr>
          <p:cNvPr id="2148" name="Google Shape;2148;p240"/>
          <p:cNvSpPr/>
          <p:nvPr/>
        </p:nvSpPr>
        <p:spPr>
          <a:xfrm flipH="1" rot="10800000">
            <a:off x="450683" y="4404829"/>
            <a:ext cx="743726" cy="252358"/>
          </a:xfrm>
          <a:custGeom>
            <a:rect b="b" l="l" r="r" t="t"/>
            <a:pathLst>
              <a:path extrusionOk="0" h="9769" w="29405">
                <a:moveTo>
                  <a:pt x="0" y="101"/>
                </a:moveTo>
                <a:lnTo>
                  <a:pt x="0" y="9769"/>
                </a:lnTo>
                <a:lnTo>
                  <a:pt x="29405" y="9769"/>
                </a:lnTo>
                <a:lnTo>
                  <a:pt x="19637" y="0"/>
                </a:lnTo>
                <a:close/>
              </a:path>
            </a:pathLst>
          </a:custGeom>
          <a:solidFill>
            <a:srgbClr val="00D6CB"/>
          </a:solidFill>
          <a:ln>
            <a:noFill/>
          </a:ln>
        </p:spPr>
      </p:sp>
      <p:sp>
        <p:nvSpPr>
          <p:cNvPr id="2149" name="Google Shape;2149;p240"/>
          <p:cNvSpPr txBox="1"/>
          <p:nvPr>
            <p:ph idx="7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9AD4C"/>
          </p15:clr>
        </p15:guide>
      </p15:sldGuideLst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. Subsection Slide">
  <p:cSld name="CUSTOM_17_2_1_1_2_1"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1" name="Google Shape;2151;p241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Google Shape;2152;p241"/>
          <p:cNvSpPr txBox="1"/>
          <p:nvPr>
            <p:ph type="title"/>
          </p:nvPr>
        </p:nvSpPr>
        <p:spPr>
          <a:xfrm>
            <a:off x="274325" y="2088475"/>
            <a:ext cx="8595300" cy="7923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53" name="Google Shape;2153;p24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4" name="Google Shape;2154;p241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242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57" name="Google Shape;2157;p24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58" name="Google Shape;2158;p24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59" name="Google Shape;2159;p24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0" name="Google Shape;2160;p24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61" name="Google Shape;2161;p242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7. Definition Slide">
  <p:cSld name="CUSTOM_2_3_1_1_1_1_1_2_1_2_1_1_1_1_2_1_1_2_2"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3" name="Google Shape;2163;p243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164" name="Google Shape;2164;p243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243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00C8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24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7" name="Google Shape;2167;p243"/>
          <p:cNvSpPr txBox="1"/>
          <p:nvPr>
            <p:ph idx="1" type="subTitle"/>
          </p:nvPr>
        </p:nvSpPr>
        <p:spPr>
          <a:xfrm>
            <a:off x="0" y="1039700"/>
            <a:ext cx="9187800" cy="3131700"/>
          </a:xfrm>
          <a:prstGeom prst="rect">
            <a:avLst/>
          </a:prstGeom>
        </p:spPr>
        <p:txBody>
          <a:bodyPr anchorCtr="0" anchor="t" bIns="182875" lIns="1828800" spcFirstLastPara="1" rIns="1828800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68" name="Google Shape;2168;p24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. Activity ">
  <p:cSld name="CUSTOM_2_3_1_1_1_1_1_2_1_2_1_1_1_1_3_2"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0" name="Google Shape;2170;p244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171" name="Google Shape;2171;p244"/>
          <p:cNvSpPr/>
          <p:nvPr/>
        </p:nvSpPr>
        <p:spPr>
          <a:xfrm>
            <a:off x="273900" y="3816300"/>
            <a:ext cx="8596200" cy="105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244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3" name="Google Shape;2173;p244"/>
          <p:cNvSpPr txBox="1"/>
          <p:nvPr/>
        </p:nvSpPr>
        <p:spPr>
          <a:xfrm>
            <a:off x="5763775" y="3980275"/>
            <a:ext cx="29439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Oswald Light"/>
                <a:ea typeface="Oswald Light"/>
                <a:cs typeface="Oswald Light"/>
                <a:sym typeface="Oswald Light"/>
              </a:rPr>
              <a:t>Suggested Time:</a:t>
            </a:r>
            <a:endParaRPr sz="1800">
              <a:solidFill>
                <a:srgbClr val="FF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cxnSp>
        <p:nvCxnSpPr>
          <p:cNvPr id="2174" name="Google Shape;2174;p244"/>
          <p:cNvCxnSpPr/>
          <p:nvPr/>
        </p:nvCxnSpPr>
        <p:spPr>
          <a:xfrm>
            <a:off x="491838" y="4333075"/>
            <a:ext cx="82128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5" name="Google Shape;2175;p244"/>
          <p:cNvSpPr txBox="1"/>
          <p:nvPr>
            <p:ph type="title"/>
          </p:nvPr>
        </p:nvSpPr>
        <p:spPr>
          <a:xfrm>
            <a:off x="1400" y="274875"/>
            <a:ext cx="9144000" cy="3265800"/>
          </a:xfrm>
          <a:prstGeom prst="rect">
            <a:avLst/>
          </a:prstGeom>
        </p:spPr>
        <p:txBody>
          <a:bodyPr anchorCtr="0" anchor="t" bIns="91425" lIns="1737350" spcFirstLastPara="1" rIns="91425" wrap="square" tIns="4572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76" name="Google Shape;2176;p244"/>
          <p:cNvSpPr txBox="1"/>
          <p:nvPr>
            <p:ph idx="2" type="title"/>
          </p:nvPr>
        </p:nvSpPr>
        <p:spPr>
          <a:xfrm>
            <a:off x="5901175" y="4309575"/>
            <a:ext cx="2872200" cy="434400"/>
          </a:xfrm>
          <a:prstGeom prst="rect">
            <a:avLst/>
          </a:prstGeom>
        </p:spPr>
        <p:txBody>
          <a:bodyPr anchorCtr="0" anchor="ctr" bIns="0" lIns="64007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3F3F3"/>
                </a:solidFill>
              </a:defRPr>
            </a:lvl9pPr>
          </a:lstStyle>
          <a:p/>
        </p:txBody>
      </p:sp>
      <p:pic>
        <p:nvPicPr>
          <p:cNvPr id="2177" name="Google Shape;2177;p2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32200" y="619749"/>
            <a:ext cx="1165167" cy="13284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178" name="Google Shape;2178;p244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3. Review">
  <p:cSld name="CUSTOM_17_2_1_2_1"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0" name="Google Shape;2180;p245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181" name="Google Shape;2181;p245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2" name="Google Shape;2182;p245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83" name="Google Shape;2183;p245"/>
          <p:cNvSpPr txBox="1"/>
          <p:nvPr/>
        </p:nvSpPr>
        <p:spPr>
          <a:xfrm>
            <a:off x="274363" y="3109175"/>
            <a:ext cx="8595300" cy="7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Time’s Up! </a:t>
            </a:r>
            <a:r>
              <a:rPr lang="en" sz="3600">
                <a:solidFill>
                  <a:srgbClr val="3AE5F8"/>
                </a:solidFill>
                <a:latin typeface="Oswald"/>
                <a:ea typeface="Oswald"/>
                <a:cs typeface="Oswald"/>
                <a:sym typeface="Oswald"/>
              </a:rPr>
              <a:t>Let’s Review.</a:t>
            </a:r>
            <a:endParaRPr sz="3600">
              <a:solidFill>
                <a:srgbClr val="3AE5F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84" name="Google Shape;2184;p245"/>
          <p:cNvSpPr/>
          <p:nvPr/>
        </p:nvSpPr>
        <p:spPr>
          <a:xfrm>
            <a:off x="3528603" y="934704"/>
            <a:ext cx="2184612" cy="1978676"/>
          </a:xfrm>
          <a:custGeom>
            <a:rect b="b" l="l" r="r" t="t"/>
            <a:pathLst>
              <a:path extrusionOk="0" h="130412" w="143985">
                <a:moveTo>
                  <a:pt x="68779" y="0"/>
                </a:moveTo>
                <a:cubicBezTo>
                  <a:pt x="44833" y="0"/>
                  <a:pt x="22799" y="13083"/>
                  <a:pt x="11400" y="34122"/>
                </a:cubicBezTo>
                <a:cubicBezTo>
                  <a:pt x="0" y="55161"/>
                  <a:pt x="1071" y="80790"/>
                  <a:pt x="14154" y="100835"/>
                </a:cubicBezTo>
                <a:lnTo>
                  <a:pt x="7574" y="125470"/>
                </a:lnTo>
                <a:lnTo>
                  <a:pt x="31827" y="118967"/>
                </a:lnTo>
                <a:cubicBezTo>
                  <a:pt x="43230" y="126778"/>
                  <a:pt x="55994" y="130411"/>
                  <a:pt x="68537" y="130411"/>
                </a:cubicBezTo>
                <a:cubicBezTo>
                  <a:pt x="95798" y="130411"/>
                  <a:pt x="122019" y="113253"/>
                  <a:pt x="130979" y="84539"/>
                </a:cubicBezTo>
                <a:cubicBezTo>
                  <a:pt x="143985" y="42614"/>
                  <a:pt x="112694" y="0"/>
                  <a:pt x="68779" y="0"/>
                </a:cubicBezTo>
                <a:close/>
              </a:path>
            </a:pathLst>
          </a:custGeom>
          <a:solidFill>
            <a:srgbClr val="2D32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5" name="Google Shape;2185;p2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9200" y="1293735"/>
            <a:ext cx="665600" cy="126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5. Questions?">
  <p:cSld name="CUSTOM_17_2_1_2_3_1_2">
    <p:spTree>
      <p:nvGrpSpPr>
        <p:cNvPr id="2186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7" name="Google Shape;2187;p246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188" name="Google Shape;2188;p24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9" name="Google Shape;2189;p246"/>
          <p:cNvSpPr txBox="1"/>
          <p:nvPr/>
        </p:nvSpPr>
        <p:spPr>
          <a:xfrm>
            <a:off x="9150" y="987250"/>
            <a:ext cx="91440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Oswald Light"/>
                <a:ea typeface="Oswald Light"/>
                <a:cs typeface="Oswald Light"/>
                <a:sym typeface="Oswald Light"/>
              </a:rPr>
              <a:t>Questions?</a:t>
            </a:r>
            <a:endParaRPr sz="6500">
              <a:solidFill>
                <a:srgbClr val="FFFFFF"/>
              </a:solidFill>
              <a:latin typeface="Oswald Light"/>
              <a:ea typeface="Oswald Light"/>
              <a:cs typeface="Oswald Light"/>
              <a:sym typeface="Oswald Light"/>
            </a:endParaRPr>
          </a:p>
        </p:txBody>
      </p:sp>
      <p:pic>
        <p:nvPicPr>
          <p:cNvPr id="2190" name="Google Shape;2190;p2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450" y="2331600"/>
            <a:ext cx="8378224" cy="2537024"/>
          </a:xfrm>
          <a:prstGeom prst="rect">
            <a:avLst/>
          </a:prstGeom>
          <a:noFill/>
          <a:ln>
            <a:noFill/>
          </a:ln>
        </p:spPr>
      </p:pic>
      <p:sp>
        <p:nvSpPr>
          <p:cNvPr id="2191" name="Google Shape;2191;p246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247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94" name="Google Shape;2194;p247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195" name="Google Shape;2195;p247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96" name="Google Shape;2196;p247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7" name="Google Shape;2197;p247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198" name="Google Shape;2198;p247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. Numbered 1–5">
  <p:cSld name="CUSTOM_2_7_1_4_2">
    <p:spTree>
      <p:nvGrpSpPr>
        <p:cNvPr id="2199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p248"/>
          <p:cNvSpPr/>
          <p:nvPr/>
        </p:nvSpPr>
        <p:spPr>
          <a:xfrm>
            <a:off x="1362456" y="1300238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p248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02" name="Google Shape;2202;p248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03" name="Google Shape;2203;p248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04" name="Google Shape;2204;p248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05" name="Google Shape;2205;p248"/>
          <p:cNvGrpSpPr/>
          <p:nvPr/>
        </p:nvGrpSpPr>
        <p:grpSpPr>
          <a:xfrm>
            <a:off x="457200" y="1300225"/>
            <a:ext cx="776889" cy="621300"/>
            <a:chOff x="457200" y="1378813"/>
            <a:chExt cx="776889" cy="621300"/>
          </a:xfrm>
        </p:grpSpPr>
        <p:sp>
          <p:nvSpPr>
            <p:cNvPr id="2206" name="Google Shape;2206;p24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latin typeface="Roboto Thin"/>
                  <a:ea typeface="Roboto Thin"/>
                  <a:cs typeface="Roboto Thin"/>
                  <a:sym typeface="Roboto Thin"/>
                </a:rPr>
                <a:t>01</a:t>
              </a:r>
              <a:endParaRPr sz="3000"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207" name="Google Shape;2207;p248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8" name="Google Shape;2208;p248"/>
          <p:cNvGrpSpPr/>
          <p:nvPr/>
        </p:nvGrpSpPr>
        <p:grpSpPr>
          <a:xfrm>
            <a:off x="457200" y="2000125"/>
            <a:ext cx="776889" cy="621300"/>
            <a:chOff x="457200" y="1378813"/>
            <a:chExt cx="776889" cy="621300"/>
          </a:xfrm>
        </p:grpSpPr>
        <p:sp>
          <p:nvSpPr>
            <p:cNvPr id="2209" name="Google Shape;2209;p24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latin typeface="Roboto Thin"/>
                  <a:ea typeface="Roboto Thin"/>
                  <a:cs typeface="Roboto Thin"/>
                  <a:sym typeface="Roboto Thin"/>
                </a:rPr>
                <a:t>02</a:t>
              </a:r>
              <a:endParaRPr sz="3000"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210" name="Google Shape;2210;p248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1" name="Google Shape;2211;p248"/>
          <p:cNvGrpSpPr/>
          <p:nvPr/>
        </p:nvGrpSpPr>
        <p:grpSpPr>
          <a:xfrm>
            <a:off x="457200" y="2692850"/>
            <a:ext cx="776889" cy="621300"/>
            <a:chOff x="457200" y="1378813"/>
            <a:chExt cx="776889" cy="621300"/>
          </a:xfrm>
        </p:grpSpPr>
        <p:sp>
          <p:nvSpPr>
            <p:cNvPr id="2212" name="Google Shape;2212;p24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latin typeface="Roboto Thin"/>
                  <a:ea typeface="Roboto Thin"/>
                  <a:cs typeface="Roboto Thin"/>
                  <a:sym typeface="Roboto Thin"/>
                </a:rPr>
                <a:t>03</a:t>
              </a:r>
              <a:endParaRPr sz="3000"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213" name="Google Shape;2213;p248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14" name="Google Shape;2214;p248"/>
          <p:cNvGrpSpPr/>
          <p:nvPr/>
        </p:nvGrpSpPr>
        <p:grpSpPr>
          <a:xfrm>
            <a:off x="457200" y="3390350"/>
            <a:ext cx="776889" cy="621300"/>
            <a:chOff x="457200" y="1378813"/>
            <a:chExt cx="776889" cy="621300"/>
          </a:xfrm>
        </p:grpSpPr>
        <p:sp>
          <p:nvSpPr>
            <p:cNvPr id="2215" name="Google Shape;2215;p24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latin typeface="Roboto Thin"/>
                  <a:ea typeface="Roboto Thin"/>
                  <a:cs typeface="Roboto Thin"/>
                  <a:sym typeface="Roboto Thin"/>
                </a:rPr>
                <a:t>04</a:t>
              </a:r>
              <a:endParaRPr sz="3000"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216" name="Google Shape;2216;p248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7" name="Google Shape;2217;p248"/>
          <p:cNvSpPr txBox="1"/>
          <p:nvPr>
            <p:ph idx="2" type="subTitle"/>
          </p:nvPr>
        </p:nvSpPr>
        <p:spPr>
          <a:xfrm>
            <a:off x="-75" y="1319425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18" name="Google Shape;2218;p248"/>
          <p:cNvSpPr/>
          <p:nvPr/>
        </p:nvSpPr>
        <p:spPr>
          <a:xfrm>
            <a:off x="1352550" y="2002536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248"/>
          <p:cNvSpPr/>
          <p:nvPr/>
        </p:nvSpPr>
        <p:spPr>
          <a:xfrm>
            <a:off x="1352550" y="269285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0" name="Google Shape;2220;p248"/>
          <p:cNvSpPr/>
          <p:nvPr/>
        </p:nvSpPr>
        <p:spPr>
          <a:xfrm>
            <a:off x="1352550" y="3385575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248"/>
          <p:cNvSpPr txBox="1"/>
          <p:nvPr>
            <p:ph idx="3" type="subTitle"/>
          </p:nvPr>
        </p:nvSpPr>
        <p:spPr>
          <a:xfrm>
            <a:off x="-12175" y="2004950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22" name="Google Shape;2222;p248"/>
          <p:cNvSpPr txBox="1"/>
          <p:nvPr>
            <p:ph idx="4" type="subTitle"/>
          </p:nvPr>
        </p:nvSpPr>
        <p:spPr>
          <a:xfrm>
            <a:off x="0" y="2695263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23" name="Google Shape;2223;p248"/>
          <p:cNvSpPr txBox="1"/>
          <p:nvPr>
            <p:ph idx="5" type="subTitle"/>
          </p:nvPr>
        </p:nvSpPr>
        <p:spPr>
          <a:xfrm>
            <a:off x="-12300" y="3385563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grpSp>
        <p:nvGrpSpPr>
          <p:cNvPr id="2224" name="Google Shape;2224;p248"/>
          <p:cNvGrpSpPr/>
          <p:nvPr/>
        </p:nvGrpSpPr>
        <p:grpSpPr>
          <a:xfrm>
            <a:off x="469500" y="4083075"/>
            <a:ext cx="776889" cy="621300"/>
            <a:chOff x="457200" y="1378813"/>
            <a:chExt cx="776889" cy="621300"/>
          </a:xfrm>
        </p:grpSpPr>
        <p:sp>
          <p:nvSpPr>
            <p:cNvPr id="2225" name="Google Shape;2225;p24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>
                  <a:latin typeface="Roboto Thin"/>
                  <a:ea typeface="Roboto Thin"/>
                  <a:cs typeface="Roboto Thin"/>
                  <a:sym typeface="Roboto Thin"/>
                </a:rPr>
                <a:t>05</a:t>
              </a:r>
              <a:endParaRPr sz="3000"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226" name="Google Shape;2226;p248"/>
            <p:cNvSpPr/>
            <p:nvPr/>
          </p:nvSpPr>
          <p:spPr>
            <a:xfrm rot="5400000">
              <a:off x="969614" y="1607625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7" name="Google Shape;2227;p248"/>
          <p:cNvSpPr/>
          <p:nvPr/>
        </p:nvSpPr>
        <p:spPr>
          <a:xfrm>
            <a:off x="1364850" y="4078300"/>
            <a:ext cx="7517100" cy="6213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8" name="Google Shape;2228;p248"/>
          <p:cNvSpPr txBox="1"/>
          <p:nvPr>
            <p:ph idx="6" type="subTitle"/>
          </p:nvPr>
        </p:nvSpPr>
        <p:spPr>
          <a:xfrm>
            <a:off x="0" y="4078300"/>
            <a:ext cx="9168600" cy="606900"/>
          </a:xfrm>
          <a:prstGeom prst="rect">
            <a:avLst/>
          </a:prstGeom>
        </p:spPr>
        <p:txBody>
          <a:bodyPr anchorCtr="0" anchor="ctr" bIns="0" lIns="155447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29" name="Google Shape;2229;p248"/>
          <p:cNvSpPr txBox="1"/>
          <p:nvPr>
            <p:ph idx="7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9AD4C"/>
          </p15:clr>
        </p15:guide>
      </p15:sldGuideLst>
    </p:ext>
  </p:extLst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. Instructor Demo">
  <p:cSld name="CUSTOM_2_3_1_1_3_1_1_2_1_1_1_2_2">
    <p:spTree>
      <p:nvGrpSpPr>
        <p:cNvPr id="2230" name="Shape 2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1" name="Google Shape;2231;p249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232" name="Google Shape;2232;p249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3" name="Google Shape;2233;p249"/>
          <p:cNvSpPr txBox="1"/>
          <p:nvPr>
            <p:ph type="title"/>
          </p:nvPr>
        </p:nvSpPr>
        <p:spPr>
          <a:xfrm>
            <a:off x="274325" y="3361350"/>
            <a:ext cx="8595300" cy="738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34" name="Google Shape;2234;p249"/>
          <p:cNvSpPr txBox="1"/>
          <p:nvPr/>
        </p:nvSpPr>
        <p:spPr>
          <a:xfrm>
            <a:off x="274350" y="2544575"/>
            <a:ext cx="85953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0C8E9"/>
                </a:solidFill>
                <a:latin typeface="Oswald"/>
                <a:ea typeface="Oswald"/>
                <a:cs typeface="Oswald"/>
                <a:sym typeface="Oswald"/>
              </a:rPr>
              <a:t>Instructor Demonstration</a:t>
            </a:r>
            <a:endParaRPr sz="3600">
              <a:solidFill>
                <a:srgbClr val="00C8E9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2235" name="Google Shape;2235;p249"/>
          <p:cNvCxnSpPr/>
          <p:nvPr/>
        </p:nvCxnSpPr>
        <p:spPr>
          <a:xfrm>
            <a:off x="2298900" y="3234725"/>
            <a:ext cx="4546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36" name="Google Shape;2236;p249"/>
          <p:cNvPicPr preferRelativeResize="0"/>
          <p:nvPr/>
        </p:nvPicPr>
        <p:blipFill rotWithShape="1">
          <a:blip r:embed="rId3">
            <a:alphaModFix/>
          </a:blip>
          <a:srcRect b="0" l="2572" r="0" t="0"/>
          <a:stretch/>
        </p:blipFill>
        <p:spPr>
          <a:xfrm>
            <a:off x="3352200" y="660500"/>
            <a:ext cx="2505825" cy="1782149"/>
          </a:xfrm>
          <a:prstGeom prst="rect">
            <a:avLst/>
          </a:prstGeom>
          <a:noFill/>
          <a:ln>
            <a:noFill/>
          </a:ln>
        </p:spPr>
      </p:pic>
      <p:sp>
        <p:nvSpPr>
          <p:cNvPr id="2237" name="Google Shape;2237;p249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4. Numbered 1–7">
  <p:cSld name="CUSTOM_2_7_1_3_1_1_1"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p250"/>
          <p:cNvSpPr/>
          <p:nvPr/>
        </p:nvSpPr>
        <p:spPr>
          <a:xfrm>
            <a:off x="1254500" y="1161625"/>
            <a:ext cx="7640100" cy="446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0" name="Google Shape;2240;p250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41" name="Google Shape;2241;p2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cxnSp>
        <p:nvCxnSpPr>
          <p:cNvPr id="2242" name="Google Shape;2242;p250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3" name="Google Shape;2243;p2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44" name="Google Shape;2244;p2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45" name="Google Shape;2245;p250"/>
          <p:cNvGrpSpPr/>
          <p:nvPr/>
        </p:nvGrpSpPr>
        <p:grpSpPr>
          <a:xfrm>
            <a:off x="457222" y="1149803"/>
            <a:ext cx="713194" cy="446423"/>
            <a:chOff x="457200" y="1466425"/>
            <a:chExt cx="776900" cy="486300"/>
          </a:xfrm>
        </p:grpSpPr>
        <p:sp>
          <p:nvSpPr>
            <p:cNvPr id="2246" name="Google Shape;2246;p25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F99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sz="2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47" name="Google Shape;2247;p25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F99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48" name="Google Shape;2248;p250"/>
          <p:cNvSpPr txBox="1"/>
          <p:nvPr>
            <p:ph idx="2" type="subTitle"/>
          </p:nvPr>
        </p:nvSpPr>
        <p:spPr>
          <a:xfrm>
            <a:off x="0" y="1175325"/>
            <a:ext cx="8869800" cy="446400"/>
          </a:xfrm>
          <a:prstGeom prst="rect">
            <a:avLst/>
          </a:prstGeom>
        </p:spPr>
        <p:txBody>
          <a:bodyPr anchorCtr="0" anchor="ctr" bIns="0" lIns="146302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49" name="Google Shape;2249;p250"/>
          <p:cNvSpPr/>
          <p:nvPr/>
        </p:nvSpPr>
        <p:spPr>
          <a:xfrm>
            <a:off x="1254500" y="1684250"/>
            <a:ext cx="7640100" cy="446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0" name="Google Shape;2250;p250"/>
          <p:cNvGrpSpPr/>
          <p:nvPr/>
        </p:nvGrpSpPr>
        <p:grpSpPr>
          <a:xfrm>
            <a:off x="457222" y="1672428"/>
            <a:ext cx="713194" cy="446423"/>
            <a:chOff x="457200" y="1466425"/>
            <a:chExt cx="776900" cy="486300"/>
          </a:xfrm>
        </p:grpSpPr>
        <p:sp>
          <p:nvSpPr>
            <p:cNvPr id="2251" name="Google Shape;2251;p25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F99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sz="2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52" name="Google Shape;2252;p25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F99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3" name="Google Shape;2253;p250"/>
          <p:cNvSpPr txBox="1"/>
          <p:nvPr>
            <p:ph idx="3" type="subTitle"/>
          </p:nvPr>
        </p:nvSpPr>
        <p:spPr>
          <a:xfrm>
            <a:off x="125" y="1697950"/>
            <a:ext cx="8869800" cy="446400"/>
          </a:xfrm>
          <a:prstGeom prst="rect">
            <a:avLst/>
          </a:prstGeom>
        </p:spPr>
        <p:txBody>
          <a:bodyPr anchorCtr="0" anchor="ctr" bIns="0" lIns="146302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54" name="Google Shape;2254;p250"/>
          <p:cNvSpPr/>
          <p:nvPr/>
        </p:nvSpPr>
        <p:spPr>
          <a:xfrm>
            <a:off x="1254475" y="2207400"/>
            <a:ext cx="7640100" cy="446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5" name="Google Shape;2255;p250"/>
          <p:cNvGrpSpPr/>
          <p:nvPr/>
        </p:nvGrpSpPr>
        <p:grpSpPr>
          <a:xfrm>
            <a:off x="457197" y="2195578"/>
            <a:ext cx="713194" cy="446423"/>
            <a:chOff x="457200" y="1466425"/>
            <a:chExt cx="776900" cy="486300"/>
          </a:xfrm>
        </p:grpSpPr>
        <p:sp>
          <p:nvSpPr>
            <p:cNvPr id="2256" name="Google Shape;2256;p25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F99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sz="2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57" name="Google Shape;2257;p25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F99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8" name="Google Shape;2258;p250"/>
          <p:cNvSpPr txBox="1"/>
          <p:nvPr>
            <p:ph idx="4" type="subTitle"/>
          </p:nvPr>
        </p:nvSpPr>
        <p:spPr>
          <a:xfrm>
            <a:off x="0" y="2221100"/>
            <a:ext cx="8869800" cy="446400"/>
          </a:xfrm>
          <a:prstGeom prst="rect">
            <a:avLst/>
          </a:prstGeom>
        </p:spPr>
        <p:txBody>
          <a:bodyPr anchorCtr="0" anchor="ctr" bIns="0" lIns="146302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59" name="Google Shape;2259;p250"/>
          <p:cNvSpPr/>
          <p:nvPr/>
        </p:nvSpPr>
        <p:spPr>
          <a:xfrm>
            <a:off x="1254475" y="2730025"/>
            <a:ext cx="7640100" cy="446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60" name="Google Shape;2260;p250"/>
          <p:cNvGrpSpPr/>
          <p:nvPr/>
        </p:nvGrpSpPr>
        <p:grpSpPr>
          <a:xfrm>
            <a:off x="457197" y="2718203"/>
            <a:ext cx="713194" cy="446423"/>
            <a:chOff x="457200" y="1466425"/>
            <a:chExt cx="776900" cy="486300"/>
          </a:xfrm>
        </p:grpSpPr>
        <p:sp>
          <p:nvSpPr>
            <p:cNvPr id="2261" name="Google Shape;2261;p25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F99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04</a:t>
              </a:r>
              <a:endParaRPr sz="2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62" name="Google Shape;2262;p25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F99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3" name="Google Shape;2263;p250"/>
          <p:cNvSpPr txBox="1"/>
          <p:nvPr>
            <p:ph idx="5" type="subTitle"/>
          </p:nvPr>
        </p:nvSpPr>
        <p:spPr>
          <a:xfrm>
            <a:off x="-125" y="2743725"/>
            <a:ext cx="8869800" cy="446400"/>
          </a:xfrm>
          <a:prstGeom prst="rect">
            <a:avLst/>
          </a:prstGeom>
        </p:spPr>
        <p:txBody>
          <a:bodyPr anchorCtr="0" anchor="ctr" bIns="0" lIns="146302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64" name="Google Shape;2264;p250"/>
          <p:cNvSpPr/>
          <p:nvPr/>
        </p:nvSpPr>
        <p:spPr>
          <a:xfrm>
            <a:off x="1254500" y="3252650"/>
            <a:ext cx="7640100" cy="446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65" name="Google Shape;2265;p250"/>
          <p:cNvGrpSpPr/>
          <p:nvPr/>
        </p:nvGrpSpPr>
        <p:grpSpPr>
          <a:xfrm>
            <a:off x="457222" y="3240828"/>
            <a:ext cx="713194" cy="446423"/>
            <a:chOff x="457200" y="1466425"/>
            <a:chExt cx="776900" cy="486300"/>
          </a:xfrm>
        </p:grpSpPr>
        <p:sp>
          <p:nvSpPr>
            <p:cNvPr id="2266" name="Google Shape;2266;p25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F99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05</a:t>
              </a:r>
              <a:endParaRPr sz="2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67" name="Google Shape;2267;p25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F99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8" name="Google Shape;2268;p250"/>
          <p:cNvSpPr txBox="1"/>
          <p:nvPr>
            <p:ph idx="6" type="subTitle"/>
          </p:nvPr>
        </p:nvSpPr>
        <p:spPr>
          <a:xfrm>
            <a:off x="25" y="3266350"/>
            <a:ext cx="8869800" cy="446400"/>
          </a:xfrm>
          <a:prstGeom prst="rect">
            <a:avLst/>
          </a:prstGeom>
        </p:spPr>
        <p:txBody>
          <a:bodyPr anchorCtr="0" anchor="ctr" bIns="0" lIns="146302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69" name="Google Shape;2269;p250"/>
          <p:cNvSpPr/>
          <p:nvPr/>
        </p:nvSpPr>
        <p:spPr>
          <a:xfrm>
            <a:off x="1254500" y="3775275"/>
            <a:ext cx="7640100" cy="446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0" name="Google Shape;2270;p250"/>
          <p:cNvGrpSpPr/>
          <p:nvPr/>
        </p:nvGrpSpPr>
        <p:grpSpPr>
          <a:xfrm>
            <a:off x="457222" y="3763453"/>
            <a:ext cx="713194" cy="446423"/>
            <a:chOff x="457200" y="1466425"/>
            <a:chExt cx="776900" cy="486300"/>
          </a:xfrm>
        </p:grpSpPr>
        <p:sp>
          <p:nvSpPr>
            <p:cNvPr id="2271" name="Google Shape;2271;p25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F99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06</a:t>
              </a:r>
              <a:endParaRPr sz="2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72" name="Google Shape;2272;p25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F99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3" name="Google Shape;2273;p250"/>
          <p:cNvSpPr txBox="1"/>
          <p:nvPr>
            <p:ph idx="7" type="subTitle"/>
          </p:nvPr>
        </p:nvSpPr>
        <p:spPr>
          <a:xfrm>
            <a:off x="-50" y="3788975"/>
            <a:ext cx="8869800" cy="446400"/>
          </a:xfrm>
          <a:prstGeom prst="rect">
            <a:avLst/>
          </a:prstGeom>
        </p:spPr>
        <p:txBody>
          <a:bodyPr anchorCtr="0" anchor="ctr" bIns="0" lIns="146302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74" name="Google Shape;2274;p250"/>
          <p:cNvSpPr/>
          <p:nvPr/>
        </p:nvSpPr>
        <p:spPr>
          <a:xfrm>
            <a:off x="1254500" y="4323425"/>
            <a:ext cx="7640100" cy="446400"/>
          </a:xfrm>
          <a:prstGeom prst="roundRect">
            <a:avLst>
              <a:gd fmla="val 16667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5" name="Google Shape;2275;p250"/>
          <p:cNvGrpSpPr/>
          <p:nvPr/>
        </p:nvGrpSpPr>
        <p:grpSpPr>
          <a:xfrm>
            <a:off x="457222" y="4311603"/>
            <a:ext cx="713194" cy="446423"/>
            <a:chOff x="457200" y="1466425"/>
            <a:chExt cx="776900" cy="486300"/>
          </a:xfrm>
        </p:grpSpPr>
        <p:sp>
          <p:nvSpPr>
            <p:cNvPr id="2276" name="Google Shape;2276;p250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F99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6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07</a:t>
              </a:r>
              <a:endParaRPr sz="26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77" name="Google Shape;2277;p250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F992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8" name="Google Shape;2278;p250"/>
          <p:cNvSpPr txBox="1"/>
          <p:nvPr>
            <p:ph idx="8" type="subTitle"/>
          </p:nvPr>
        </p:nvSpPr>
        <p:spPr>
          <a:xfrm>
            <a:off x="25" y="4337125"/>
            <a:ext cx="8869800" cy="446400"/>
          </a:xfrm>
          <a:prstGeom prst="rect">
            <a:avLst/>
          </a:prstGeom>
        </p:spPr>
        <p:txBody>
          <a:bodyPr anchorCtr="0" anchor="ctr" bIns="0" lIns="1463025" spcFirstLastPara="1" rIns="45720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79" name="Google Shape;2279;p250"/>
          <p:cNvSpPr txBox="1"/>
          <p:nvPr>
            <p:ph idx="9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9AD4C"/>
          </p15:clr>
        </p15:guide>
      </p15:sldGuideLst>
    </p:ext>
  </p:extLst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. Call Attention Slide">
  <p:cSld name="CUSTOM_2_3_1_1_3_1_1_2_1_1"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1" name="Google Shape;2281;p251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282" name="Google Shape;2282;p25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3" name="Google Shape;2283;p251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2284" name="Google Shape;2284;p2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700" y="1214988"/>
            <a:ext cx="1102575" cy="2775724"/>
          </a:xfrm>
          <a:prstGeom prst="rect">
            <a:avLst/>
          </a:prstGeom>
          <a:noFill/>
          <a:ln>
            <a:noFill/>
          </a:ln>
        </p:spPr>
      </p:pic>
      <p:sp>
        <p:nvSpPr>
          <p:cNvPr id="2285" name="Google Shape;2285;p251"/>
          <p:cNvSpPr txBox="1"/>
          <p:nvPr>
            <p:ph type="title"/>
          </p:nvPr>
        </p:nvSpPr>
        <p:spPr>
          <a:xfrm>
            <a:off x="25" y="274800"/>
            <a:ext cx="9144000" cy="4593900"/>
          </a:xfrm>
          <a:prstGeom prst="rect">
            <a:avLst/>
          </a:prstGeom>
        </p:spPr>
        <p:txBody>
          <a:bodyPr anchorCtr="0" anchor="ctr" bIns="457200" lIns="2377425" spcFirstLastPara="1" rIns="91425" wrap="square" tIns="4572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. Numbered 1–3">
  <p:cSld name="CUSTOM_2_7_1_5_2"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p2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288" name="Google Shape;2288;p2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289" name="Google Shape;2289;p2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90" name="Google Shape;2290;p2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1" name="Google Shape;2291;p252"/>
          <p:cNvSpPr/>
          <p:nvPr/>
        </p:nvSpPr>
        <p:spPr>
          <a:xfrm flipH="1">
            <a:off x="724275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252"/>
          <p:cNvSpPr txBox="1"/>
          <p:nvPr>
            <p:ph idx="2" type="subTitle"/>
          </p:nvPr>
        </p:nvSpPr>
        <p:spPr>
          <a:xfrm>
            <a:off x="724275" y="1937825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2293" name="Google Shape;2293;p252"/>
          <p:cNvGrpSpPr/>
          <p:nvPr/>
        </p:nvGrpSpPr>
        <p:grpSpPr>
          <a:xfrm>
            <a:off x="457181" y="1345103"/>
            <a:ext cx="533372" cy="533480"/>
            <a:chOff x="457200" y="1378813"/>
            <a:chExt cx="695400" cy="695450"/>
          </a:xfrm>
        </p:grpSpPr>
        <p:sp>
          <p:nvSpPr>
            <p:cNvPr id="2294" name="Google Shape;2294;p25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sz="2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95" name="Google Shape;2295;p25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96" name="Google Shape;2296;p252"/>
          <p:cNvGrpSpPr/>
          <p:nvPr/>
        </p:nvGrpSpPr>
        <p:grpSpPr>
          <a:xfrm>
            <a:off x="3228956" y="1345103"/>
            <a:ext cx="533372" cy="533480"/>
            <a:chOff x="457200" y="1378813"/>
            <a:chExt cx="695400" cy="695450"/>
          </a:xfrm>
        </p:grpSpPr>
        <p:sp>
          <p:nvSpPr>
            <p:cNvPr id="2297" name="Google Shape;2297;p25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298" name="Google Shape;2298;p25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2299" name="Google Shape;2299;p252"/>
          <p:cNvSpPr/>
          <p:nvPr/>
        </p:nvSpPr>
        <p:spPr>
          <a:xfrm flipH="1">
            <a:off x="3496050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252"/>
          <p:cNvSpPr txBox="1"/>
          <p:nvPr>
            <p:ph idx="3" type="subTitle"/>
          </p:nvPr>
        </p:nvSpPr>
        <p:spPr>
          <a:xfrm>
            <a:off x="3496050" y="193783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2301" name="Google Shape;2301;p252"/>
          <p:cNvGrpSpPr/>
          <p:nvPr/>
        </p:nvGrpSpPr>
        <p:grpSpPr>
          <a:xfrm>
            <a:off x="6134081" y="1345853"/>
            <a:ext cx="533372" cy="533480"/>
            <a:chOff x="457200" y="1378813"/>
            <a:chExt cx="695400" cy="695450"/>
          </a:xfrm>
        </p:grpSpPr>
        <p:sp>
          <p:nvSpPr>
            <p:cNvPr id="2302" name="Google Shape;2302;p252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303" name="Google Shape;2303;p252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2304" name="Google Shape;2304;p252"/>
          <p:cNvSpPr/>
          <p:nvPr/>
        </p:nvSpPr>
        <p:spPr>
          <a:xfrm flipH="1">
            <a:off x="6401175" y="193852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252"/>
          <p:cNvSpPr txBox="1"/>
          <p:nvPr>
            <p:ph idx="4" type="subTitle"/>
          </p:nvPr>
        </p:nvSpPr>
        <p:spPr>
          <a:xfrm>
            <a:off x="6401175" y="193858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06" name="Google Shape;2306;p252"/>
          <p:cNvSpPr txBox="1"/>
          <p:nvPr>
            <p:ph idx="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9AD4C"/>
          </p15:clr>
        </p15:guide>
      </p15:sldGuideLst>
    </p:ext>
  </p:extLst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. Numbered 1–3 1">
  <p:cSld name="CUSTOM_2_7_1_5_2_1">
    <p:spTree>
      <p:nvGrpSpPr>
        <p:cNvPr id="2307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8" name="Google Shape;2308;p2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9" name="Google Shape;2309;p2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/>
        </p:txBody>
      </p:sp>
      <p:sp>
        <p:nvSpPr>
          <p:cNvPr id="2310" name="Google Shape;2310;p2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>
              <a:buNone/>
              <a:defRPr sz="600">
                <a:solidFill>
                  <a:srgbClr val="000000"/>
                </a:solidFill>
              </a:defRPr>
            </a:lvl1pPr>
            <a:lvl2pPr lvl="1">
              <a:buNone/>
              <a:defRPr sz="600">
                <a:solidFill>
                  <a:srgbClr val="000000"/>
                </a:solidFill>
              </a:defRPr>
            </a:lvl2pPr>
            <a:lvl3pPr lvl="2">
              <a:buNone/>
              <a:defRPr sz="600">
                <a:solidFill>
                  <a:srgbClr val="000000"/>
                </a:solidFill>
              </a:defRPr>
            </a:lvl3pPr>
            <a:lvl4pPr lvl="3">
              <a:buNone/>
              <a:defRPr sz="600">
                <a:solidFill>
                  <a:srgbClr val="000000"/>
                </a:solidFill>
              </a:defRPr>
            </a:lvl4pPr>
            <a:lvl5pPr lvl="4">
              <a:buNone/>
              <a:defRPr sz="600">
                <a:solidFill>
                  <a:srgbClr val="000000"/>
                </a:solidFill>
              </a:defRPr>
            </a:lvl5pPr>
            <a:lvl6pPr lvl="5">
              <a:buNone/>
              <a:defRPr sz="600">
                <a:solidFill>
                  <a:srgbClr val="000000"/>
                </a:solidFill>
              </a:defRPr>
            </a:lvl6pPr>
            <a:lvl7pPr lvl="6">
              <a:buNone/>
              <a:defRPr sz="600">
                <a:solidFill>
                  <a:srgbClr val="000000"/>
                </a:solidFill>
              </a:defRPr>
            </a:lvl7pPr>
            <a:lvl8pPr lvl="7">
              <a:buNone/>
              <a:defRPr sz="600">
                <a:solidFill>
                  <a:srgbClr val="000000"/>
                </a:solidFill>
              </a:defRPr>
            </a:lvl8pPr>
            <a:lvl9pPr lvl="8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1" name="Google Shape;2311;p2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2" name="Google Shape;2312;p253"/>
          <p:cNvSpPr/>
          <p:nvPr/>
        </p:nvSpPr>
        <p:spPr>
          <a:xfrm flipH="1">
            <a:off x="724275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253"/>
          <p:cNvSpPr txBox="1"/>
          <p:nvPr>
            <p:ph idx="2" type="subTitle"/>
          </p:nvPr>
        </p:nvSpPr>
        <p:spPr>
          <a:xfrm>
            <a:off x="724275" y="1937825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2314" name="Google Shape;2314;p253"/>
          <p:cNvGrpSpPr/>
          <p:nvPr/>
        </p:nvGrpSpPr>
        <p:grpSpPr>
          <a:xfrm>
            <a:off x="457181" y="1345103"/>
            <a:ext cx="533372" cy="533480"/>
            <a:chOff x="457200" y="1378813"/>
            <a:chExt cx="695400" cy="695450"/>
          </a:xfrm>
        </p:grpSpPr>
        <p:sp>
          <p:nvSpPr>
            <p:cNvPr id="2315" name="Google Shape;2315;p253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sz="2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316" name="Google Shape;2316;p253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7" name="Google Shape;2317;p253"/>
          <p:cNvGrpSpPr/>
          <p:nvPr/>
        </p:nvGrpSpPr>
        <p:grpSpPr>
          <a:xfrm>
            <a:off x="3228956" y="1345103"/>
            <a:ext cx="533372" cy="533480"/>
            <a:chOff x="457200" y="1378813"/>
            <a:chExt cx="695400" cy="695450"/>
          </a:xfrm>
        </p:grpSpPr>
        <p:sp>
          <p:nvSpPr>
            <p:cNvPr id="2318" name="Google Shape;2318;p253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319" name="Google Shape;2319;p253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2320" name="Google Shape;2320;p253"/>
          <p:cNvSpPr/>
          <p:nvPr/>
        </p:nvSpPr>
        <p:spPr>
          <a:xfrm flipH="1">
            <a:off x="3496050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253"/>
          <p:cNvSpPr txBox="1"/>
          <p:nvPr>
            <p:ph idx="3" type="subTitle"/>
          </p:nvPr>
        </p:nvSpPr>
        <p:spPr>
          <a:xfrm>
            <a:off x="3496050" y="193783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2322" name="Google Shape;2322;p253"/>
          <p:cNvGrpSpPr/>
          <p:nvPr/>
        </p:nvGrpSpPr>
        <p:grpSpPr>
          <a:xfrm>
            <a:off x="6134081" y="1345853"/>
            <a:ext cx="533372" cy="533480"/>
            <a:chOff x="457200" y="1378813"/>
            <a:chExt cx="695400" cy="695450"/>
          </a:xfrm>
        </p:grpSpPr>
        <p:sp>
          <p:nvSpPr>
            <p:cNvPr id="2323" name="Google Shape;2323;p253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2324" name="Google Shape;2324;p253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2325" name="Google Shape;2325;p253"/>
          <p:cNvSpPr/>
          <p:nvPr/>
        </p:nvSpPr>
        <p:spPr>
          <a:xfrm flipH="1">
            <a:off x="6401175" y="193852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6" name="Google Shape;2326;p253"/>
          <p:cNvSpPr txBox="1"/>
          <p:nvPr>
            <p:ph idx="4" type="subTitle"/>
          </p:nvPr>
        </p:nvSpPr>
        <p:spPr>
          <a:xfrm>
            <a:off x="6401175" y="193858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27" name="Google Shape;2327;p253"/>
          <p:cNvSpPr txBox="1"/>
          <p:nvPr>
            <p:ph idx="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F9AD4C"/>
          </p15:clr>
        </p15:guide>
      </p15:sldGuideLst>
    </p:ext>
  </p:extLst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7. The End">
  <p:cSld name="CUSTOM_7_1"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9" name="Google Shape;2329;p254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254"/>
          <p:cNvSpPr txBox="1"/>
          <p:nvPr/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/>
              <a:t>‹#›</a:t>
            </a:fld>
            <a:endParaRPr sz="600"/>
          </a:p>
        </p:txBody>
      </p:sp>
      <p:sp>
        <p:nvSpPr>
          <p:cNvPr id="2331" name="Google Shape;2331;p254"/>
          <p:cNvSpPr txBox="1"/>
          <p:nvPr/>
        </p:nvSpPr>
        <p:spPr>
          <a:xfrm>
            <a:off x="-123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pic>
        <p:nvPicPr>
          <p:cNvPr id="2332" name="Google Shape;2332;p2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8599" y="496138"/>
            <a:ext cx="5046801" cy="41512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07" Type="http://schemas.openxmlformats.org/officeDocument/2006/relationships/slideLayout" Target="../slideLayouts/slideLayout107.xml"/><Relationship Id="rId106" Type="http://schemas.openxmlformats.org/officeDocument/2006/relationships/slideLayout" Target="../slideLayouts/slideLayout106.xml"/><Relationship Id="rId105" Type="http://schemas.openxmlformats.org/officeDocument/2006/relationships/slideLayout" Target="../slideLayouts/slideLayout105.xml"/><Relationship Id="rId104" Type="http://schemas.openxmlformats.org/officeDocument/2006/relationships/slideLayout" Target="../slideLayouts/slideLayout104.xml"/><Relationship Id="rId109" Type="http://schemas.openxmlformats.org/officeDocument/2006/relationships/slideLayout" Target="../slideLayouts/slideLayout109.xml"/><Relationship Id="rId108" Type="http://schemas.openxmlformats.org/officeDocument/2006/relationships/slideLayout" Target="../slideLayouts/slideLayout108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103" Type="http://schemas.openxmlformats.org/officeDocument/2006/relationships/slideLayout" Target="../slideLayouts/slideLayout103.xml"/><Relationship Id="rId102" Type="http://schemas.openxmlformats.org/officeDocument/2006/relationships/slideLayout" Target="../slideLayouts/slideLayout102.xml"/><Relationship Id="rId101" Type="http://schemas.openxmlformats.org/officeDocument/2006/relationships/slideLayout" Target="../slideLayouts/slideLayout101.xml"/><Relationship Id="rId100" Type="http://schemas.openxmlformats.org/officeDocument/2006/relationships/slideLayout" Target="../slideLayouts/slideLayout100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29" Type="http://schemas.openxmlformats.org/officeDocument/2006/relationships/slideLayout" Target="../slideLayouts/slideLayout129.xml"/><Relationship Id="rId128" Type="http://schemas.openxmlformats.org/officeDocument/2006/relationships/slideLayout" Target="../slideLayouts/slideLayout128.xml"/><Relationship Id="rId127" Type="http://schemas.openxmlformats.org/officeDocument/2006/relationships/slideLayout" Target="../slideLayouts/slideLayout127.xml"/><Relationship Id="rId126" Type="http://schemas.openxmlformats.org/officeDocument/2006/relationships/slideLayout" Target="../slideLayouts/slideLayout126.xml"/><Relationship Id="rId26" Type="http://schemas.openxmlformats.org/officeDocument/2006/relationships/slideLayout" Target="../slideLayouts/slideLayout26.xml"/><Relationship Id="rId121" Type="http://schemas.openxmlformats.org/officeDocument/2006/relationships/slideLayout" Target="../slideLayouts/slideLayout121.xml"/><Relationship Id="rId25" Type="http://schemas.openxmlformats.org/officeDocument/2006/relationships/slideLayout" Target="../slideLayouts/slideLayout25.xml"/><Relationship Id="rId120" Type="http://schemas.openxmlformats.org/officeDocument/2006/relationships/slideLayout" Target="../slideLayouts/slideLayout120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125" Type="http://schemas.openxmlformats.org/officeDocument/2006/relationships/slideLayout" Target="../slideLayouts/slideLayout125.xml"/><Relationship Id="rId29" Type="http://schemas.openxmlformats.org/officeDocument/2006/relationships/slideLayout" Target="../slideLayouts/slideLayout29.xml"/><Relationship Id="rId124" Type="http://schemas.openxmlformats.org/officeDocument/2006/relationships/slideLayout" Target="../slideLayouts/slideLayout124.xml"/><Relationship Id="rId123" Type="http://schemas.openxmlformats.org/officeDocument/2006/relationships/slideLayout" Target="../slideLayouts/slideLayout123.xml"/><Relationship Id="rId122" Type="http://schemas.openxmlformats.org/officeDocument/2006/relationships/slideLayout" Target="../slideLayouts/slideLayout122.xml"/><Relationship Id="rId95" Type="http://schemas.openxmlformats.org/officeDocument/2006/relationships/slideLayout" Target="../slideLayouts/slideLayout95.xml"/><Relationship Id="rId94" Type="http://schemas.openxmlformats.org/officeDocument/2006/relationships/slideLayout" Target="../slideLayouts/slideLayout94.xml"/><Relationship Id="rId97" Type="http://schemas.openxmlformats.org/officeDocument/2006/relationships/slideLayout" Target="../slideLayouts/slideLayout97.xml"/><Relationship Id="rId9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1.xml"/><Relationship Id="rId9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.xml"/><Relationship Id="rId9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91" Type="http://schemas.openxmlformats.org/officeDocument/2006/relationships/slideLayout" Target="../slideLayouts/slideLayout91.xml"/><Relationship Id="rId90" Type="http://schemas.openxmlformats.org/officeDocument/2006/relationships/slideLayout" Target="../slideLayouts/slideLayout90.xml"/><Relationship Id="rId93" Type="http://schemas.openxmlformats.org/officeDocument/2006/relationships/slideLayout" Target="../slideLayouts/slideLayout93.xml"/><Relationship Id="rId92" Type="http://schemas.openxmlformats.org/officeDocument/2006/relationships/slideLayout" Target="../slideLayouts/slideLayout92.xml"/><Relationship Id="rId118" Type="http://schemas.openxmlformats.org/officeDocument/2006/relationships/slideLayout" Target="../slideLayouts/slideLayout118.xml"/><Relationship Id="rId117" Type="http://schemas.openxmlformats.org/officeDocument/2006/relationships/slideLayout" Target="../slideLayouts/slideLayout117.xml"/><Relationship Id="rId116" Type="http://schemas.openxmlformats.org/officeDocument/2006/relationships/slideLayout" Target="../slideLayouts/slideLayout116.xml"/><Relationship Id="rId115" Type="http://schemas.openxmlformats.org/officeDocument/2006/relationships/slideLayout" Target="../slideLayouts/slideLayout115.xml"/><Relationship Id="rId119" Type="http://schemas.openxmlformats.org/officeDocument/2006/relationships/slideLayout" Target="../slideLayouts/slideLayout119.xml"/><Relationship Id="rId15" Type="http://schemas.openxmlformats.org/officeDocument/2006/relationships/slideLayout" Target="../slideLayouts/slideLayout15.xml"/><Relationship Id="rId110" Type="http://schemas.openxmlformats.org/officeDocument/2006/relationships/slideLayout" Target="../slideLayouts/slideLayout110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14" Type="http://schemas.openxmlformats.org/officeDocument/2006/relationships/slideLayout" Target="../slideLayouts/slideLayout114.xml"/><Relationship Id="rId18" Type="http://schemas.openxmlformats.org/officeDocument/2006/relationships/slideLayout" Target="../slideLayouts/slideLayout18.xml"/><Relationship Id="rId113" Type="http://schemas.openxmlformats.org/officeDocument/2006/relationships/slideLayout" Target="../slideLayouts/slideLayout113.xml"/><Relationship Id="rId112" Type="http://schemas.openxmlformats.org/officeDocument/2006/relationships/slideLayout" Target="../slideLayouts/slideLayout112.xml"/><Relationship Id="rId111" Type="http://schemas.openxmlformats.org/officeDocument/2006/relationships/slideLayout" Target="../slideLayouts/slideLayout111.xml"/><Relationship Id="rId84" Type="http://schemas.openxmlformats.org/officeDocument/2006/relationships/slideLayout" Target="../slideLayouts/slideLayout84.xml"/><Relationship Id="rId83" Type="http://schemas.openxmlformats.org/officeDocument/2006/relationships/slideLayout" Target="../slideLayouts/slideLayout83.xml"/><Relationship Id="rId86" Type="http://schemas.openxmlformats.org/officeDocument/2006/relationships/slideLayout" Target="../slideLayouts/slideLayout86.xml"/><Relationship Id="rId85" Type="http://schemas.openxmlformats.org/officeDocument/2006/relationships/slideLayout" Target="../slideLayouts/slideLayout85.xml"/><Relationship Id="rId88" Type="http://schemas.openxmlformats.org/officeDocument/2006/relationships/slideLayout" Target="../slideLayouts/slideLayout88.xml"/><Relationship Id="rId150" Type="http://schemas.openxmlformats.org/officeDocument/2006/relationships/slideLayout" Target="../slideLayouts/slideLayout150.xml"/><Relationship Id="rId87" Type="http://schemas.openxmlformats.org/officeDocument/2006/relationships/slideLayout" Target="../slideLayouts/slideLayout87.xml"/><Relationship Id="rId89" Type="http://schemas.openxmlformats.org/officeDocument/2006/relationships/slideLayout" Target="../slideLayouts/slideLayout89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149" Type="http://schemas.openxmlformats.org/officeDocument/2006/relationships/slideLayout" Target="../slideLayouts/slideLayout149.xml"/><Relationship Id="rId4" Type="http://schemas.openxmlformats.org/officeDocument/2006/relationships/slideLayout" Target="../slideLayouts/slideLayout4.xml"/><Relationship Id="rId148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9.xml"/><Relationship Id="rId143" Type="http://schemas.openxmlformats.org/officeDocument/2006/relationships/slideLayout" Target="../slideLayouts/slideLayout143.xml"/><Relationship Id="rId142" Type="http://schemas.openxmlformats.org/officeDocument/2006/relationships/slideLayout" Target="../slideLayouts/slideLayout142.xml"/><Relationship Id="rId141" Type="http://schemas.openxmlformats.org/officeDocument/2006/relationships/slideLayout" Target="../slideLayouts/slideLayout141.xml"/><Relationship Id="rId140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5.xml"/><Relationship Id="rId147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6.xml"/><Relationship Id="rId146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7.xml"/><Relationship Id="rId145" Type="http://schemas.openxmlformats.org/officeDocument/2006/relationships/slideLayout" Target="../slideLayouts/slideLayout145.xml"/><Relationship Id="rId8" Type="http://schemas.openxmlformats.org/officeDocument/2006/relationships/slideLayout" Target="../slideLayouts/slideLayout8.xml"/><Relationship Id="rId144" Type="http://schemas.openxmlformats.org/officeDocument/2006/relationships/slideLayout" Target="../slideLayouts/slideLayout144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5" Type="http://schemas.openxmlformats.org/officeDocument/2006/relationships/slideLayout" Target="../slideLayouts/slideLayout75.xml"/><Relationship Id="rId74" Type="http://schemas.openxmlformats.org/officeDocument/2006/relationships/slideLayout" Target="../slideLayouts/slideLayout74.xml"/><Relationship Id="rId77" Type="http://schemas.openxmlformats.org/officeDocument/2006/relationships/slideLayout" Target="../slideLayouts/slideLayout77.xml"/><Relationship Id="rId76" Type="http://schemas.openxmlformats.org/officeDocument/2006/relationships/slideLayout" Target="../slideLayouts/slideLayout76.xml"/><Relationship Id="rId79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139" Type="http://schemas.openxmlformats.org/officeDocument/2006/relationships/slideLayout" Target="../slideLayouts/slideLayout139.xml"/><Relationship Id="rId138" Type="http://schemas.openxmlformats.org/officeDocument/2006/relationships/slideLayout" Target="../slideLayouts/slideLayout138.xml"/><Relationship Id="rId137" Type="http://schemas.openxmlformats.org/officeDocument/2006/relationships/slideLayout" Target="../slideLayouts/slideLayout137.xml"/><Relationship Id="rId132" Type="http://schemas.openxmlformats.org/officeDocument/2006/relationships/slideLayout" Target="../slideLayouts/slideLayout132.xml"/><Relationship Id="rId131" Type="http://schemas.openxmlformats.org/officeDocument/2006/relationships/slideLayout" Target="../slideLayouts/slideLayout131.xml"/><Relationship Id="rId130" Type="http://schemas.openxmlformats.org/officeDocument/2006/relationships/slideLayout" Target="../slideLayouts/slideLayout130.xml"/><Relationship Id="rId136" Type="http://schemas.openxmlformats.org/officeDocument/2006/relationships/slideLayout" Target="../slideLayouts/slideLayout136.xml"/><Relationship Id="rId135" Type="http://schemas.openxmlformats.org/officeDocument/2006/relationships/slideLayout" Target="../slideLayouts/slideLayout135.xml"/><Relationship Id="rId134" Type="http://schemas.openxmlformats.org/officeDocument/2006/relationships/slideLayout" Target="../slideLayouts/slideLayout134.xml"/><Relationship Id="rId133" Type="http://schemas.openxmlformats.org/officeDocument/2006/relationships/slideLayout" Target="../slideLayouts/slideLayout13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171" Type="http://schemas.openxmlformats.org/officeDocument/2006/relationships/theme" Target="../theme/theme1.xml"/><Relationship Id="rId68" Type="http://schemas.openxmlformats.org/officeDocument/2006/relationships/slideLayout" Target="../slideLayouts/slideLayout68.xml"/><Relationship Id="rId170" Type="http://schemas.openxmlformats.org/officeDocument/2006/relationships/slideLayout" Target="../slideLayouts/slideLayout170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165" Type="http://schemas.openxmlformats.org/officeDocument/2006/relationships/slideLayout" Target="../slideLayouts/slideLayout165.xml"/><Relationship Id="rId69" Type="http://schemas.openxmlformats.org/officeDocument/2006/relationships/slideLayout" Target="../slideLayouts/slideLayout69.xml"/><Relationship Id="rId164" Type="http://schemas.openxmlformats.org/officeDocument/2006/relationships/slideLayout" Target="../slideLayouts/slideLayout164.xml"/><Relationship Id="rId163" Type="http://schemas.openxmlformats.org/officeDocument/2006/relationships/slideLayout" Target="../slideLayouts/slideLayout163.xml"/><Relationship Id="rId162" Type="http://schemas.openxmlformats.org/officeDocument/2006/relationships/slideLayout" Target="../slideLayouts/slideLayout162.xml"/><Relationship Id="rId169" Type="http://schemas.openxmlformats.org/officeDocument/2006/relationships/slideLayout" Target="../slideLayouts/slideLayout169.xml"/><Relationship Id="rId168" Type="http://schemas.openxmlformats.org/officeDocument/2006/relationships/slideLayout" Target="../slideLayouts/slideLayout168.xml"/><Relationship Id="rId167" Type="http://schemas.openxmlformats.org/officeDocument/2006/relationships/slideLayout" Target="../slideLayouts/slideLayout167.xml"/><Relationship Id="rId166" Type="http://schemas.openxmlformats.org/officeDocument/2006/relationships/slideLayout" Target="../slideLayouts/slideLayout166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5" Type="http://schemas.openxmlformats.org/officeDocument/2006/relationships/slideLayout" Target="../slideLayouts/slideLayout55.xml"/><Relationship Id="rId161" Type="http://schemas.openxmlformats.org/officeDocument/2006/relationships/slideLayout" Target="../slideLayouts/slideLayout161.xml"/><Relationship Id="rId54" Type="http://schemas.openxmlformats.org/officeDocument/2006/relationships/slideLayout" Target="../slideLayouts/slideLayout54.xml"/><Relationship Id="rId160" Type="http://schemas.openxmlformats.org/officeDocument/2006/relationships/slideLayout" Target="../slideLayouts/slideLayout160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159" Type="http://schemas.openxmlformats.org/officeDocument/2006/relationships/slideLayout" Target="../slideLayouts/slideLayout159.xml"/><Relationship Id="rId59" Type="http://schemas.openxmlformats.org/officeDocument/2006/relationships/slideLayout" Target="../slideLayouts/slideLayout59.xml"/><Relationship Id="rId154" Type="http://schemas.openxmlformats.org/officeDocument/2006/relationships/slideLayout" Target="../slideLayouts/slideLayout154.xml"/><Relationship Id="rId58" Type="http://schemas.openxmlformats.org/officeDocument/2006/relationships/slideLayout" Target="../slideLayouts/slideLayout58.xml"/><Relationship Id="rId153" Type="http://schemas.openxmlformats.org/officeDocument/2006/relationships/slideLayout" Target="../slideLayouts/slideLayout153.xml"/><Relationship Id="rId152" Type="http://schemas.openxmlformats.org/officeDocument/2006/relationships/slideLayout" Target="../slideLayouts/slideLayout152.xml"/><Relationship Id="rId151" Type="http://schemas.openxmlformats.org/officeDocument/2006/relationships/slideLayout" Target="../slideLayouts/slideLayout151.xml"/><Relationship Id="rId158" Type="http://schemas.openxmlformats.org/officeDocument/2006/relationships/slideLayout" Target="../slideLayouts/slideLayout158.xml"/><Relationship Id="rId157" Type="http://schemas.openxmlformats.org/officeDocument/2006/relationships/slideLayout" Target="../slideLayouts/slideLayout157.xml"/><Relationship Id="rId156" Type="http://schemas.openxmlformats.org/officeDocument/2006/relationships/slideLayout" Target="../slideLayouts/slideLayout156.xml"/><Relationship Id="rId155" Type="http://schemas.openxmlformats.org/officeDocument/2006/relationships/slideLayout" Target="../slideLayouts/slideLayout155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10.xml"/><Relationship Id="rId42" Type="http://schemas.openxmlformats.org/officeDocument/2006/relationships/slideLayout" Target="../slideLayouts/slideLayout212.xml"/><Relationship Id="rId41" Type="http://schemas.openxmlformats.org/officeDocument/2006/relationships/slideLayout" Target="../slideLayouts/slideLayout211.xml"/><Relationship Id="rId44" Type="http://schemas.openxmlformats.org/officeDocument/2006/relationships/slideLayout" Target="../slideLayouts/slideLayout214.xml"/><Relationship Id="rId43" Type="http://schemas.openxmlformats.org/officeDocument/2006/relationships/slideLayout" Target="../slideLayouts/slideLayout213.xml"/><Relationship Id="rId46" Type="http://schemas.openxmlformats.org/officeDocument/2006/relationships/slideLayout" Target="../slideLayouts/slideLayout216.xml"/><Relationship Id="rId45" Type="http://schemas.openxmlformats.org/officeDocument/2006/relationships/slideLayout" Target="../slideLayouts/slideLayout215.xml"/><Relationship Id="rId48" Type="http://schemas.openxmlformats.org/officeDocument/2006/relationships/slideLayout" Target="../slideLayouts/slideLayout218.xml"/><Relationship Id="rId47" Type="http://schemas.openxmlformats.org/officeDocument/2006/relationships/slideLayout" Target="../slideLayouts/slideLayout217.xml"/><Relationship Id="rId49" Type="http://schemas.openxmlformats.org/officeDocument/2006/relationships/slideLayout" Target="../slideLayouts/slideLayout219.xml"/><Relationship Id="rId31" Type="http://schemas.openxmlformats.org/officeDocument/2006/relationships/slideLayout" Target="../slideLayouts/slideLayout201.xml"/><Relationship Id="rId30" Type="http://schemas.openxmlformats.org/officeDocument/2006/relationships/slideLayout" Target="../slideLayouts/slideLayout200.xml"/><Relationship Id="rId33" Type="http://schemas.openxmlformats.org/officeDocument/2006/relationships/slideLayout" Target="../slideLayouts/slideLayout203.xml"/><Relationship Id="rId32" Type="http://schemas.openxmlformats.org/officeDocument/2006/relationships/slideLayout" Target="../slideLayouts/slideLayout202.xml"/><Relationship Id="rId35" Type="http://schemas.openxmlformats.org/officeDocument/2006/relationships/slideLayout" Target="../slideLayouts/slideLayout205.xml"/><Relationship Id="rId34" Type="http://schemas.openxmlformats.org/officeDocument/2006/relationships/slideLayout" Target="../slideLayouts/slideLayout204.xml"/><Relationship Id="rId37" Type="http://schemas.openxmlformats.org/officeDocument/2006/relationships/slideLayout" Target="../slideLayouts/slideLayout207.xml"/><Relationship Id="rId36" Type="http://schemas.openxmlformats.org/officeDocument/2006/relationships/slideLayout" Target="../slideLayouts/slideLayout206.xml"/><Relationship Id="rId39" Type="http://schemas.openxmlformats.org/officeDocument/2006/relationships/slideLayout" Target="../slideLayouts/slideLayout209.xml"/><Relationship Id="rId38" Type="http://schemas.openxmlformats.org/officeDocument/2006/relationships/slideLayout" Target="../slideLayouts/slideLayout208.xml"/><Relationship Id="rId20" Type="http://schemas.openxmlformats.org/officeDocument/2006/relationships/slideLayout" Target="../slideLayouts/slideLayout190.xml"/><Relationship Id="rId22" Type="http://schemas.openxmlformats.org/officeDocument/2006/relationships/slideLayout" Target="../slideLayouts/slideLayout192.xml"/><Relationship Id="rId21" Type="http://schemas.openxmlformats.org/officeDocument/2006/relationships/slideLayout" Target="../slideLayouts/slideLayout191.xml"/><Relationship Id="rId24" Type="http://schemas.openxmlformats.org/officeDocument/2006/relationships/slideLayout" Target="../slideLayouts/slideLayout194.xml"/><Relationship Id="rId23" Type="http://schemas.openxmlformats.org/officeDocument/2006/relationships/slideLayout" Target="../slideLayouts/slideLayout193.xml"/><Relationship Id="rId26" Type="http://schemas.openxmlformats.org/officeDocument/2006/relationships/slideLayout" Target="../slideLayouts/slideLayout196.xml"/><Relationship Id="rId25" Type="http://schemas.openxmlformats.org/officeDocument/2006/relationships/slideLayout" Target="../slideLayouts/slideLayout195.xml"/><Relationship Id="rId28" Type="http://schemas.openxmlformats.org/officeDocument/2006/relationships/slideLayout" Target="../slideLayouts/slideLayout198.xml"/><Relationship Id="rId27" Type="http://schemas.openxmlformats.org/officeDocument/2006/relationships/slideLayout" Target="../slideLayouts/slideLayout197.xml"/><Relationship Id="rId29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181.xml"/><Relationship Id="rId10" Type="http://schemas.openxmlformats.org/officeDocument/2006/relationships/slideLayout" Target="../slideLayouts/slideLayout180.xml"/><Relationship Id="rId13" Type="http://schemas.openxmlformats.org/officeDocument/2006/relationships/slideLayout" Target="../slideLayouts/slideLayout183.xml"/><Relationship Id="rId12" Type="http://schemas.openxmlformats.org/officeDocument/2006/relationships/slideLayout" Target="../slideLayouts/slideLayout182.xml"/><Relationship Id="rId15" Type="http://schemas.openxmlformats.org/officeDocument/2006/relationships/slideLayout" Target="../slideLayouts/slideLayout185.xml"/><Relationship Id="rId14" Type="http://schemas.openxmlformats.org/officeDocument/2006/relationships/slideLayout" Target="../slideLayouts/slideLayout184.xml"/><Relationship Id="rId17" Type="http://schemas.openxmlformats.org/officeDocument/2006/relationships/slideLayout" Target="../slideLayouts/slideLayout187.xml"/><Relationship Id="rId16" Type="http://schemas.openxmlformats.org/officeDocument/2006/relationships/slideLayout" Target="../slideLayouts/slideLayout186.xml"/><Relationship Id="rId19" Type="http://schemas.openxmlformats.org/officeDocument/2006/relationships/slideLayout" Target="../slideLayouts/slideLayout189.xml"/><Relationship Id="rId18" Type="http://schemas.openxmlformats.org/officeDocument/2006/relationships/slideLayout" Target="../slideLayouts/slideLayout188.xml"/><Relationship Id="rId83" Type="http://schemas.openxmlformats.org/officeDocument/2006/relationships/theme" Target="../theme/theme2.xml"/><Relationship Id="rId80" Type="http://schemas.openxmlformats.org/officeDocument/2006/relationships/slideLayout" Target="../slideLayouts/slideLayout250.xml"/><Relationship Id="rId82" Type="http://schemas.openxmlformats.org/officeDocument/2006/relationships/slideLayout" Target="../slideLayouts/slideLayout252.xml"/><Relationship Id="rId81" Type="http://schemas.openxmlformats.org/officeDocument/2006/relationships/slideLayout" Target="../slideLayouts/slideLayout251.xml"/><Relationship Id="rId1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4.xml"/><Relationship Id="rId9" Type="http://schemas.openxmlformats.org/officeDocument/2006/relationships/slideLayout" Target="../slideLayouts/slideLayout179.xml"/><Relationship Id="rId5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8.xml"/><Relationship Id="rId73" Type="http://schemas.openxmlformats.org/officeDocument/2006/relationships/slideLayout" Target="../slideLayouts/slideLayout243.xml"/><Relationship Id="rId72" Type="http://schemas.openxmlformats.org/officeDocument/2006/relationships/slideLayout" Target="../slideLayouts/slideLayout242.xml"/><Relationship Id="rId75" Type="http://schemas.openxmlformats.org/officeDocument/2006/relationships/slideLayout" Target="../slideLayouts/slideLayout245.xml"/><Relationship Id="rId74" Type="http://schemas.openxmlformats.org/officeDocument/2006/relationships/slideLayout" Target="../slideLayouts/slideLayout244.xml"/><Relationship Id="rId77" Type="http://schemas.openxmlformats.org/officeDocument/2006/relationships/slideLayout" Target="../slideLayouts/slideLayout247.xml"/><Relationship Id="rId76" Type="http://schemas.openxmlformats.org/officeDocument/2006/relationships/slideLayout" Target="../slideLayouts/slideLayout246.xml"/><Relationship Id="rId79" Type="http://schemas.openxmlformats.org/officeDocument/2006/relationships/slideLayout" Target="../slideLayouts/slideLayout249.xml"/><Relationship Id="rId78" Type="http://schemas.openxmlformats.org/officeDocument/2006/relationships/slideLayout" Target="../slideLayouts/slideLayout248.xml"/><Relationship Id="rId71" Type="http://schemas.openxmlformats.org/officeDocument/2006/relationships/slideLayout" Target="../slideLayouts/slideLayout241.xml"/><Relationship Id="rId70" Type="http://schemas.openxmlformats.org/officeDocument/2006/relationships/slideLayout" Target="../slideLayouts/slideLayout240.xml"/><Relationship Id="rId62" Type="http://schemas.openxmlformats.org/officeDocument/2006/relationships/slideLayout" Target="../slideLayouts/slideLayout232.xml"/><Relationship Id="rId61" Type="http://schemas.openxmlformats.org/officeDocument/2006/relationships/slideLayout" Target="../slideLayouts/slideLayout231.xml"/><Relationship Id="rId64" Type="http://schemas.openxmlformats.org/officeDocument/2006/relationships/slideLayout" Target="../slideLayouts/slideLayout234.xml"/><Relationship Id="rId63" Type="http://schemas.openxmlformats.org/officeDocument/2006/relationships/slideLayout" Target="../slideLayouts/slideLayout233.xml"/><Relationship Id="rId66" Type="http://schemas.openxmlformats.org/officeDocument/2006/relationships/slideLayout" Target="../slideLayouts/slideLayout236.xml"/><Relationship Id="rId65" Type="http://schemas.openxmlformats.org/officeDocument/2006/relationships/slideLayout" Target="../slideLayouts/slideLayout235.xml"/><Relationship Id="rId68" Type="http://schemas.openxmlformats.org/officeDocument/2006/relationships/slideLayout" Target="../slideLayouts/slideLayout238.xml"/><Relationship Id="rId67" Type="http://schemas.openxmlformats.org/officeDocument/2006/relationships/slideLayout" Target="../slideLayouts/slideLayout237.xml"/><Relationship Id="rId60" Type="http://schemas.openxmlformats.org/officeDocument/2006/relationships/slideLayout" Target="../slideLayouts/slideLayout230.xml"/><Relationship Id="rId69" Type="http://schemas.openxmlformats.org/officeDocument/2006/relationships/slideLayout" Target="../slideLayouts/slideLayout239.xml"/><Relationship Id="rId51" Type="http://schemas.openxmlformats.org/officeDocument/2006/relationships/slideLayout" Target="../slideLayouts/slideLayout221.xml"/><Relationship Id="rId50" Type="http://schemas.openxmlformats.org/officeDocument/2006/relationships/slideLayout" Target="../slideLayouts/slideLayout220.xml"/><Relationship Id="rId53" Type="http://schemas.openxmlformats.org/officeDocument/2006/relationships/slideLayout" Target="../slideLayouts/slideLayout223.xml"/><Relationship Id="rId52" Type="http://schemas.openxmlformats.org/officeDocument/2006/relationships/slideLayout" Target="../slideLayouts/slideLayout222.xml"/><Relationship Id="rId55" Type="http://schemas.openxmlformats.org/officeDocument/2006/relationships/slideLayout" Target="../slideLayouts/slideLayout225.xml"/><Relationship Id="rId54" Type="http://schemas.openxmlformats.org/officeDocument/2006/relationships/slideLayout" Target="../slideLayouts/slideLayout224.xml"/><Relationship Id="rId57" Type="http://schemas.openxmlformats.org/officeDocument/2006/relationships/slideLayout" Target="../slideLayouts/slideLayout227.xml"/><Relationship Id="rId56" Type="http://schemas.openxmlformats.org/officeDocument/2006/relationships/slideLayout" Target="../slideLayouts/slideLayout226.xml"/><Relationship Id="rId59" Type="http://schemas.openxmlformats.org/officeDocument/2006/relationships/slideLayout" Target="../slideLayouts/slideLayout229.xml"/><Relationship Id="rId58" Type="http://schemas.openxmlformats.org/officeDocument/2006/relationships/slideLayout" Target="../slideLayouts/slideLayout2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  <p:sldLayoutId id="2147483743" r:id="rId96"/>
    <p:sldLayoutId id="2147483744" r:id="rId97"/>
    <p:sldLayoutId id="2147483745" r:id="rId98"/>
    <p:sldLayoutId id="2147483746" r:id="rId99"/>
    <p:sldLayoutId id="2147483747" r:id="rId100"/>
    <p:sldLayoutId id="2147483748" r:id="rId101"/>
    <p:sldLayoutId id="2147483749" r:id="rId102"/>
    <p:sldLayoutId id="2147483750" r:id="rId103"/>
    <p:sldLayoutId id="2147483751" r:id="rId104"/>
    <p:sldLayoutId id="2147483752" r:id="rId105"/>
    <p:sldLayoutId id="2147483753" r:id="rId106"/>
    <p:sldLayoutId id="2147483754" r:id="rId107"/>
    <p:sldLayoutId id="2147483755" r:id="rId108"/>
    <p:sldLayoutId id="2147483756" r:id="rId109"/>
    <p:sldLayoutId id="2147483757" r:id="rId110"/>
    <p:sldLayoutId id="2147483758" r:id="rId111"/>
    <p:sldLayoutId id="2147483759" r:id="rId112"/>
    <p:sldLayoutId id="2147483760" r:id="rId113"/>
    <p:sldLayoutId id="2147483761" r:id="rId114"/>
    <p:sldLayoutId id="2147483762" r:id="rId115"/>
    <p:sldLayoutId id="2147483763" r:id="rId116"/>
    <p:sldLayoutId id="2147483764" r:id="rId117"/>
    <p:sldLayoutId id="2147483765" r:id="rId118"/>
    <p:sldLayoutId id="2147483766" r:id="rId119"/>
    <p:sldLayoutId id="2147483767" r:id="rId120"/>
    <p:sldLayoutId id="2147483768" r:id="rId121"/>
    <p:sldLayoutId id="2147483769" r:id="rId122"/>
    <p:sldLayoutId id="2147483770" r:id="rId123"/>
    <p:sldLayoutId id="2147483771" r:id="rId124"/>
    <p:sldLayoutId id="2147483772" r:id="rId125"/>
    <p:sldLayoutId id="2147483773" r:id="rId126"/>
    <p:sldLayoutId id="2147483774" r:id="rId127"/>
    <p:sldLayoutId id="2147483775" r:id="rId128"/>
    <p:sldLayoutId id="2147483776" r:id="rId129"/>
    <p:sldLayoutId id="2147483777" r:id="rId130"/>
    <p:sldLayoutId id="2147483778" r:id="rId131"/>
    <p:sldLayoutId id="2147483779" r:id="rId132"/>
    <p:sldLayoutId id="2147483780" r:id="rId133"/>
    <p:sldLayoutId id="2147483781" r:id="rId134"/>
    <p:sldLayoutId id="2147483782" r:id="rId135"/>
    <p:sldLayoutId id="2147483783" r:id="rId136"/>
    <p:sldLayoutId id="2147483784" r:id="rId137"/>
    <p:sldLayoutId id="2147483785" r:id="rId138"/>
    <p:sldLayoutId id="2147483786" r:id="rId139"/>
    <p:sldLayoutId id="2147483787" r:id="rId140"/>
    <p:sldLayoutId id="2147483788" r:id="rId141"/>
    <p:sldLayoutId id="2147483789" r:id="rId142"/>
    <p:sldLayoutId id="2147483790" r:id="rId143"/>
    <p:sldLayoutId id="2147483791" r:id="rId144"/>
    <p:sldLayoutId id="2147483792" r:id="rId145"/>
    <p:sldLayoutId id="2147483793" r:id="rId146"/>
    <p:sldLayoutId id="2147483794" r:id="rId147"/>
    <p:sldLayoutId id="2147483795" r:id="rId148"/>
    <p:sldLayoutId id="2147483796" r:id="rId149"/>
    <p:sldLayoutId id="2147483797" r:id="rId150"/>
    <p:sldLayoutId id="2147483798" r:id="rId151"/>
    <p:sldLayoutId id="2147483799" r:id="rId152"/>
    <p:sldLayoutId id="2147483800" r:id="rId153"/>
    <p:sldLayoutId id="2147483801" r:id="rId154"/>
    <p:sldLayoutId id="2147483802" r:id="rId155"/>
    <p:sldLayoutId id="2147483803" r:id="rId156"/>
    <p:sldLayoutId id="2147483804" r:id="rId157"/>
    <p:sldLayoutId id="2147483805" r:id="rId158"/>
    <p:sldLayoutId id="2147483806" r:id="rId159"/>
    <p:sldLayoutId id="2147483807" r:id="rId160"/>
    <p:sldLayoutId id="2147483808" r:id="rId161"/>
    <p:sldLayoutId id="2147483809" r:id="rId162"/>
    <p:sldLayoutId id="2147483810" r:id="rId163"/>
    <p:sldLayoutId id="2147483811" r:id="rId164"/>
    <p:sldLayoutId id="2147483812" r:id="rId165"/>
    <p:sldLayoutId id="2147483813" r:id="rId166"/>
    <p:sldLayoutId id="2147483814" r:id="rId167"/>
    <p:sldLayoutId id="2147483815" r:id="rId168"/>
    <p:sldLayoutId id="2147483816" r:id="rId169"/>
    <p:sldLayoutId id="2147483817" r:id="rId17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172"/>
          <p:cNvSpPr txBox="1"/>
          <p:nvPr>
            <p:ph type="title"/>
          </p:nvPr>
        </p:nvSpPr>
        <p:spPr>
          <a:xfrm>
            <a:off x="0" y="12810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2400"/>
              <a:buFont typeface="Roboto"/>
              <a:buNone/>
              <a:defRPr b="1" sz="2400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7" name="Google Shape;1277;p172"/>
          <p:cNvSpPr txBox="1"/>
          <p:nvPr>
            <p:ph idx="1" type="body"/>
          </p:nvPr>
        </p:nvSpPr>
        <p:spPr>
          <a:xfrm>
            <a:off x="36576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800"/>
              <a:buFont typeface="Roboto Light"/>
              <a:buChar char="●"/>
              <a:defRPr sz="1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○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■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●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○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■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●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○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400"/>
              <a:buFont typeface="Roboto Light"/>
              <a:buChar char="■"/>
              <a:defRPr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  <p:sldLayoutId id="2147483834" r:id="rId17"/>
    <p:sldLayoutId id="2147483835" r:id="rId18"/>
    <p:sldLayoutId id="2147483836" r:id="rId19"/>
    <p:sldLayoutId id="2147483837" r:id="rId20"/>
    <p:sldLayoutId id="2147483838" r:id="rId21"/>
    <p:sldLayoutId id="2147483839" r:id="rId22"/>
    <p:sldLayoutId id="2147483840" r:id="rId23"/>
    <p:sldLayoutId id="2147483841" r:id="rId24"/>
    <p:sldLayoutId id="2147483842" r:id="rId25"/>
    <p:sldLayoutId id="2147483843" r:id="rId26"/>
    <p:sldLayoutId id="2147483844" r:id="rId27"/>
    <p:sldLayoutId id="2147483845" r:id="rId28"/>
    <p:sldLayoutId id="2147483846" r:id="rId29"/>
    <p:sldLayoutId id="2147483847" r:id="rId30"/>
    <p:sldLayoutId id="2147483848" r:id="rId31"/>
    <p:sldLayoutId id="2147483849" r:id="rId32"/>
    <p:sldLayoutId id="2147483850" r:id="rId33"/>
    <p:sldLayoutId id="2147483851" r:id="rId34"/>
    <p:sldLayoutId id="2147483852" r:id="rId35"/>
    <p:sldLayoutId id="2147483853" r:id="rId36"/>
    <p:sldLayoutId id="2147483854" r:id="rId37"/>
    <p:sldLayoutId id="2147483855" r:id="rId38"/>
    <p:sldLayoutId id="2147483856" r:id="rId39"/>
    <p:sldLayoutId id="2147483857" r:id="rId40"/>
    <p:sldLayoutId id="2147483858" r:id="rId41"/>
    <p:sldLayoutId id="2147483859" r:id="rId42"/>
    <p:sldLayoutId id="2147483860" r:id="rId43"/>
    <p:sldLayoutId id="2147483861" r:id="rId44"/>
    <p:sldLayoutId id="2147483862" r:id="rId45"/>
    <p:sldLayoutId id="2147483863" r:id="rId46"/>
    <p:sldLayoutId id="2147483864" r:id="rId47"/>
    <p:sldLayoutId id="2147483865" r:id="rId48"/>
    <p:sldLayoutId id="2147483866" r:id="rId49"/>
    <p:sldLayoutId id="2147483867" r:id="rId50"/>
    <p:sldLayoutId id="2147483868" r:id="rId51"/>
    <p:sldLayoutId id="2147483869" r:id="rId52"/>
    <p:sldLayoutId id="2147483870" r:id="rId53"/>
    <p:sldLayoutId id="2147483871" r:id="rId54"/>
    <p:sldLayoutId id="2147483872" r:id="rId55"/>
    <p:sldLayoutId id="2147483873" r:id="rId56"/>
    <p:sldLayoutId id="2147483874" r:id="rId57"/>
    <p:sldLayoutId id="2147483875" r:id="rId58"/>
    <p:sldLayoutId id="2147483876" r:id="rId59"/>
    <p:sldLayoutId id="2147483877" r:id="rId60"/>
    <p:sldLayoutId id="2147483878" r:id="rId61"/>
    <p:sldLayoutId id="2147483879" r:id="rId62"/>
    <p:sldLayoutId id="2147483880" r:id="rId63"/>
    <p:sldLayoutId id="2147483881" r:id="rId64"/>
    <p:sldLayoutId id="2147483882" r:id="rId65"/>
    <p:sldLayoutId id="2147483883" r:id="rId66"/>
    <p:sldLayoutId id="2147483884" r:id="rId67"/>
    <p:sldLayoutId id="2147483885" r:id="rId68"/>
    <p:sldLayoutId id="2147483886" r:id="rId69"/>
    <p:sldLayoutId id="2147483887" r:id="rId70"/>
    <p:sldLayoutId id="2147483888" r:id="rId71"/>
    <p:sldLayoutId id="2147483889" r:id="rId72"/>
    <p:sldLayoutId id="2147483890" r:id="rId73"/>
    <p:sldLayoutId id="2147483891" r:id="rId74"/>
    <p:sldLayoutId id="2147483892" r:id="rId75"/>
    <p:sldLayoutId id="2147483893" r:id="rId76"/>
    <p:sldLayoutId id="2147483894" r:id="rId77"/>
    <p:sldLayoutId id="2147483895" r:id="rId78"/>
    <p:sldLayoutId id="2147483896" r:id="rId79"/>
    <p:sldLayoutId id="2147483897" r:id="rId80"/>
    <p:sldLayoutId id="2147483898" r:id="rId81"/>
    <p:sldLayoutId id="2147483899" r:id="rId82"/>
  </p:sldLayoutIdLst>
  <mc:AlternateContent>
    <mc:Choice Requires="p14">
      <p:transition p14:dur="400">
        <p:fade thruBlk="1"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1.png"/><Relationship Id="rId4" Type="http://schemas.openxmlformats.org/officeDocument/2006/relationships/hyperlink" Target="https://sleuthkit.org/autopsy/docs/user-docs/4.3/index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0.png"/><Relationship Id="rId4" Type="http://schemas.openxmlformats.org/officeDocument/2006/relationships/image" Target="../media/image8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4.png"/><Relationship Id="rId4" Type="http://schemas.openxmlformats.org/officeDocument/2006/relationships/hyperlink" Target="https://www.offensive-security.com/community-projects/" TargetMode="External"/><Relationship Id="rId5" Type="http://schemas.openxmlformats.org/officeDocument/2006/relationships/image" Target="../media/image9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ocs.google.com/document/d/1zS-QDGYhMnbZZrwcapIrwdn73fUoh3MSkaZCcX-7LUM/edit?tab=t.0#heading=h.j7g4gmwkjuli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6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p255"/>
          <p:cNvSpPr txBox="1"/>
          <p:nvPr>
            <p:ph type="title"/>
          </p:nvPr>
        </p:nvSpPr>
        <p:spPr>
          <a:xfrm>
            <a:off x="4565775" y="1828800"/>
            <a:ext cx="46713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Evidence Acquisition </a:t>
            </a:r>
            <a:br>
              <a:rPr lang="en"/>
            </a:br>
            <a:r>
              <a:rPr lang="en"/>
              <a:t>and Reports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255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2339" name="Google Shape;2339;p255"/>
          <p:cNvSpPr txBox="1"/>
          <p:nvPr>
            <p:ph idx="2" type="subTitle"/>
          </p:nvPr>
        </p:nvSpPr>
        <p:spPr>
          <a:xfrm>
            <a:off x="4570700" y="37654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21.4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256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2345" name="Google Shape;2345;p256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By the end of today’s lesson, you will be able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6" name="Google Shape;2346;p256"/>
          <p:cNvGrpSpPr/>
          <p:nvPr/>
        </p:nvGrpSpPr>
        <p:grpSpPr>
          <a:xfrm>
            <a:off x="162900" y="173561"/>
            <a:ext cx="588600" cy="567300"/>
            <a:chOff x="914400" y="200161"/>
            <a:chExt cx="588600" cy="567300"/>
          </a:xfrm>
        </p:grpSpPr>
        <p:sp>
          <p:nvSpPr>
            <p:cNvPr id="2347" name="Google Shape;2347;p256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348" name="Google Shape;2348;p2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349" name="Google Shape;2349;p256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350" name="Google Shape;2350;p256"/>
          <p:cNvSpPr/>
          <p:nvPr/>
        </p:nvSpPr>
        <p:spPr>
          <a:xfrm>
            <a:off x="398575" y="2676171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1" name="Google Shape;2351;p256"/>
          <p:cNvSpPr/>
          <p:nvPr/>
        </p:nvSpPr>
        <p:spPr>
          <a:xfrm>
            <a:off x="322375" y="2667471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2" name="Google Shape;2352;p256"/>
          <p:cNvSpPr txBox="1"/>
          <p:nvPr/>
        </p:nvSpPr>
        <p:spPr>
          <a:xfrm>
            <a:off x="756900" y="2667471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data exports to analyze SMS messages offline.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3" name="Google Shape;2353;p256"/>
          <p:cNvSpPr/>
          <p:nvPr/>
        </p:nvSpPr>
        <p:spPr>
          <a:xfrm>
            <a:off x="398575" y="1304571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4" name="Google Shape;2354;p256"/>
          <p:cNvSpPr/>
          <p:nvPr/>
        </p:nvSpPr>
        <p:spPr>
          <a:xfrm>
            <a:off x="322375" y="1295871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5" name="Google Shape;2355;p256"/>
          <p:cNvSpPr txBox="1"/>
          <p:nvPr/>
        </p:nvSpPr>
        <p:spPr>
          <a:xfrm>
            <a:off x="825475" y="1295871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Autopsy to view and gather evidence from Peter’s emails.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6" name="Google Shape;2356;p256"/>
          <p:cNvSpPr/>
          <p:nvPr/>
        </p:nvSpPr>
        <p:spPr>
          <a:xfrm>
            <a:off x="398575" y="1990371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7" name="Google Shape;2357;p256"/>
          <p:cNvSpPr/>
          <p:nvPr/>
        </p:nvSpPr>
        <p:spPr>
          <a:xfrm>
            <a:off x="322375" y="1981671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8" name="Google Shape;2358;p256"/>
          <p:cNvSpPr txBox="1"/>
          <p:nvPr/>
        </p:nvSpPr>
        <p:spPr>
          <a:xfrm>
            <a:off x="825475" y="1981671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data exports to analyze email messages offline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9" name="Google Shape;2359;p256"/>
          <p:cNvSpPr/>
          <p:nvPr/>
        </p:nvSpPr>
        <p:spPr>
          <a:xfrm>
            <a:off x="398575" y="3361971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0" name="Google Shape;2360;p256"/>
          <p:cNvSpPr/>
          <p:nvPr/>
        </p:nvSpPr>
        <p:spPr>
          <a:xfrm>
            <a:off x="322375" y="3353271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4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1" name="Google Shape;2361;p256"/>
          <p:cNvSpPr txBox="1"/>
          <p:nvPr/>
        </p:nvSpPr>
        <p:spPr>
          <a:xfrm>
            <a:off x="825475" y="3353271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Autopsy to extract GPS data and identify Wi-Fi locations.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2" name="Google Shape;2362;p256"/>
          <p:cNvSpPr/>
          <p:nvPr/>
        </p:nvSpPr>
        <p:spPr>
          <a:xfrm>
            <a:off x="398575" y="4047771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3" name="Google Shape;2363;p256"/>
          <p:cNvSpPr/>
          <p:nvPr/>
        </p:nvSpPr>
        <p:spPr>
          <a:xfrm>
            <a:off x="322375" y="4039071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5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4" name="Google Shape;2364;p256"/>
          <p:cNvSpPr txBox="1"/>
          <p:nvPr/>
        </p:nvSpPr>
        <p:spPr>
          <a:xfrm>
            <a:off x="825475" y="4039071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Prepare a preliminary report using evidence worksheets.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6" name="Shape 2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Google Shape;2377;p25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8" name="Google Shape;2378;p25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id="2379" name="Google Shape;2379;p2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2380" name="Google Shape;2380;p259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2381" name="Google Shape;2381;p259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 the last lesson, we covered:</a:t>
            </a:r>
            <a:endParaRPr/>
          </a:p>
        </p:txBody>
      </p:sp>
      <p:sp>
        <p:nvSpPr>
          <p:cNvPr id="2382" name="Google Shape;2382;p259"/>
          <p:cNvSpPr/>
          <p:nvPr/>
        </p:nvSpPr>
        <p:spPr>
          <a:xfrm>
            <a:off x="1287175" y="1143000"/>
            <a:ext cx="71211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p259"/>
          <p:cNvSpPr/>
          <p:nvPr/>
        </p:nvSpPr>
        <p:spPr>
          <a:xfrm>
            <a:off x="1287175" y="4113475"/>
            <a:ext cx="7121100" cy="619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4" name="Google Shape;2384;p259"/>
          <p:cNvSpPr/>
          <p:nvPr/>
        </p:nvSpPr>
        <p:spPr>
          <a:xfrm>
            <a:off x="1287175" y="3428575"/>
            <a:ext cx="71211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5" name="Google Shape;2385;p259"/>
          <p:cNvSpPr/>
          <p:nvPr/>
        </p:nvSpPr>
        <p:spPr>
          <a:xfrm>
            <a:off x="1287175" y="2594604"/>
            <a:ext cx="7121100" cy="5727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6" name="Google Shape;2386;p259"/>
          <p:cNvSpPr/>
          <p:nvPr/>
        </p:nvSpPr>
        <p:spPr>
          <a:xfrm>
            <a:off x="1287175" y="1774900"/>
            <a:ext cx="7121100" cy="619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7" name="Google Shape;2387;p259"/>
          <p:cNvGrpSpPr/>
          <p:nvPr/>
        </p:nvGrpSpPr>
        <p:grpSpPr>
          <a:xfrm>
            <a:off x="457200" y="1143004"/>
            <a:ext cx="776900" cy="459019"/>
            <a:chOff x="457200" y="1466425"/>
            <a:chExt cx="776900" cy="486300"/>
          </a:xfrm>
        </p:grpSpPr>
        <p:sp>
          <p:nvSpPr>
            <p:cNvPr id="2388" name="Google Shape;2388;p25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89" name="Google Shape;2389;p25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390" name="Google Shape;2390;p259"/>
          <p:cNvGrpSpPr/>
          <p:nvPr/>
        </p:nvGrpSpPr>
        <p:grpSpPr>
          <a:xfrm>
            <a:off x="457200" y="1797880"/>
            <a:ext cx="776900" cy="486300"/>
            <a:chOff x="457200" y="1466425"/>
            <a:chExt cx="776900" cy="486300"/>
          </a:xfrm>
        </p:grpSpPr>
        <p:sp>
          <p:nvSpPr>
            <p:cNvPr id="2391" name="Google Shape;2391;p25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92" name="Google Shape;2392;p25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393" name="Google Shape;2393;p259"/>
          <p:cNvGrpSpPr/>
          <p:nvPr/>
        </p:nvGrpSpPr>
        <p:grpSpPr>
          <a:xfrm>
            <a:off x="457200" y="2590936"/>
            <a:ext cx="776900" cy="437378"/>
            <a:chOff x="457200" y="1466425"/>
            <a:chExt cx="776900" cy="486300"/>
          </a:xfrm>
        </p:grpSpPr>
        <p:sp>
          <p:nvSpPr>
            <p:cNvPr id="2394" name="Google Shape;2394;p25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95" name="Google Shape;2395;p25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396" name="Google Shape;2396;p259"/>
          <p:cNvGrpSpPr/>
          <p:nvPr/>
        </p:nvGrpSpPr>
        <p:grpSpPr>
          <a:xfrm>
            <a:off x="457200" y="3426804"/>
            <a:ext cx="776900" cy="459019"/>
            <a:chOff x="457200" y="1466425"/>
            <a:chExt cx="776900" cy="486300"/>
          </a:xfrm>
        </p:grpSpPr>
        <p:sp>
          <p:nvSpPr>
            <p:cNvPr id="2397" name="Google Shape;2397;p25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98" name="Google Shape;2398;p25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399" name="Google Shape;2399;p259"/>
          <p:cNvGrpSpPr/>
          <p:nvPr/>
        </p:nvGrpSpPr>
        <p:grpSpPr>
          <a:xfrm>
            <a:off x="457200" y="4115361"/>
            <a:ext cx="776900" cy="437378"/>
            <a:chOff x="457200" y="1466425"/>
            <a:chExt cx="776900" cy="486300"/>
          </a:xfrm>
        </p:grpSpPr>
        <p:sp>
          <p:nvSpPr>
            <p:cNvPr id="2400" name="Google Shape;2400;p259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401" name="Google Shape;2401;p259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2402" name="Google Shape;2402;p259"/>
          <p:cNvSpPr txBox="1"/>
          <p:nvPr/>
        </p:nvSpPr>
        <p:spPr>
          <a:xfrm>
            <a:off x="1287250" y="116437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Identifying methods used in smartphone forensics.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3" name="Google Shape;2403;p259"/>
          <p:cNvSpPr txBox="1"/>
          <p:nvPr/>
        </p:nvSpPr>
        <p:spPr>
          <a:xfrm>
            <a:off x="1287250" y="1839550"/>
            <a:ext cx="72213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Examining databases and file structures of an iPhone directory image.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4" name="Google Shape;2404;p259"/>
          <p:cNvSpPr txBox="1"/>
          <p:nvPr/>
        </p:nvSpPr>
        <p:spPr>
          <a:xfrm>
            <a:off x="1287250" y="2710600"/>
            <a:ext cx="70140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Locating and documenting evidence of ownership for an iPhone image.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5" name="Google Shape;2405;p259"/>
          <p:cNvSpPr txBox="1"/>
          <p:nvPr/>
        </p:nvSpPr>
        <p:spPr>
          <a:xfrm>
            <a:off x="1287250" y="3433675"/>
            <a:ext cx="7277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5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Using Autopsy to view and tag evidence of an iPhone image.</a:t>
            </a:r>
            <a:endParaRPr sz="185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6" name="Google Shape;2406;p259"/>
          <p:cNvSpPr txBox="1"/>
          <p:nvPr/>
        </p:nvSpPr>
        <p:spPr>
          <a:xfrm>
            <a:off x="1287250" y="4126775"/>
            <a:ext cx="6543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Extracting data for use in other applications (logs, text, pictures, video, audio).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0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p260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Overview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12" name="Google Shape;2412;p2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624" y="1006251"/>
            <a:ext cx="1828774" cy="182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7" name="Google Shape;2417;p261"/>
          <p:cNvPicPr preferRelativeResize="0"/>
          <p:nvPr/>
        </p:nvPicPr>
        <p:blipFill rotWithShape="1">
          <a:blip r:embed="rId3">
            <a:alphaModFix/>
          </a:blip>
          <a:srcRect b="3512" l="0" r="4543" t="0"/>
          <a:stretch/>
        </p:blipFill>
        <p:spPr>
          <a:xfrm>
            <a:off x="2287775" y="1653750"/>
            <a:ext cx="4737900" cy="3211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8" name="Google Shape;2418;p261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/>
              <a:t>Overview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19" name="Google Shape;2419;p261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rPr>
              <a:t>Source: </a:t>
            </a:r>
            <a:r>
              <a:rPr lang="en" sz="1300" u="sng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sleuthkit.org</a:t>
            </a:r>
            <a:endParaRPr sz="1300">
              <a:solidFill>
                <a:schemeClr val="dk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2420" name="Google Shape;2420;p261"/>
          <p:cNvSpPr txBox="1"/>
          <p:nvPr>
            <p:ph idx="1" type="subTitle"/>
          </p:nvPr>
        </p:nvSpPr>
        <p:spPr>
          <a:xfrm>
            <a:off x="0" y="675975"/>
            <a:ext cx="9144000" cy="8655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SzPts val="605"/>
              <a:buNone/>
            </a:pPr>
            <a:r>
              <a:rPr lang="en"/>
              <a:t>As a digital forensics investigator, it’s critical that you understand how to use tools such as </a:t>
            </a:r>
            <a:r>
              <a:rPr b="1" lang="en"/>
              <a:t>Autopsy</a:t>
            </a:r>
            <a:r>
              <a:rPr lang="en"/>
              <a:t> and how to export data so that other team members can perform offline analysis of evidence.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4" name="Shape 2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Google Shape;2425;p262"/>
          <p:cNvSpPr txBox="1"/>
          <p:nvPr>
            <p:ph idx="1" type="body"/>
          </p:nvPr>
        </p:nvSpPr>
        <p:spPr>
          <a:xfrm>
            <a:off x="16245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.emlx </a:t>
            </a:r>
            <a:r>
              <a:rPr lang="en" sz="3600"/>
              <a:t>is a file extension 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called Mail Message </a:t>
            </a:r>
            <a:br>
              <a:rPr lang="en" sz="3600"/>
            </a:br>
            <a:r>
              <a:rPr lang="en" sz="3600"/>
              <a:t>that is used to store </a:t>
            </a:r>
            <a:br>
              <a:rPr lang="en" sz="3600"/>
            </a:br>
            <a:r>
              <a:rPr lang="en" sz="3600"/>
              <a:t>email messages.</a:t>
            </a:r>
            <a:endParaRPr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9" name="Shape 2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0" name="Google Shape;2430;p2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9576" y="1957414"/>
            <a:ext cx="1711325" cy="21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1" name="Google Shape;2431;p26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EMLX files are often referred to as Apple Mail files because they are created with Apple’s mail program to store plain text files for a single message.</a:t>
            </a:r>
            <a:endParaRPr/>
          </a:p>
        </p:txBody>
      </p:sp>
      <p:sp>
        <p:nvSpPr>
          <p:cNvPr id="2432" name="Google Shape;2432;p263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600"/>
              <a:t>Overview</a:t>
            </a:r>
            <a:endParaRPr sz="2600"/>
          </a:p>
        </p:txBody>
      </p:sp>
      <p:pic>
        <p:nvPicPr>
          <p:cNvPr id="2433" name="Google Shape;2433;p2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0750" y="1827525"/>
            <a:ext cx="2324352" cy="2324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34" name="Google Shape;2434;p263"/>
          <p:cNvSpPr/>
          <p:nvPr/>
        </p:nvSpPr>
        <p:spPr>
          <a:xfrm>
            <a:off x="3901461" y="2682150"/>
            <a:ext cx="1014300" cy="7740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5" name="Google Shape;2435;p263"/>
          <p:cNvSpPr/>
          <p:nvPr/>
        </p:nvSpPr>
        <p:spPr>
          <a:xfrm>
            <a:off x="905600" y="2463625"/>
            <a:ext cx="1647000" cy="6573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EMLX</a:t>
            </a:r>
            <a:endParaRPr sz="36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9" name="Shape 2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0" name="Google Shape;2440;p264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2441" name="Google Shape;2441;p264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 export</a:t>
            </a:r>
            <a:endParaRPr/>
          </a:p>
        </p:txBody>
      </p:sp>
      <p:sp>
        <p:nvSpPr>
          <p:cNvPr id="2442" name="Google Shape;2442;p264"/>
          <p:cNvSpPr txBox="1"/>
          <p:nvPr>
            <p:ph idx="3" type="body"/>
          </p:nvPr>
        </p:nvSpPr>
        <p:spPr>
          <a:xfrm>
            <a:off x="914400" y="1176975"/>
            <a:ext cx="7315200" cy="23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continue your role as a digital forensics investigator.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task is to export the email database for offline analysis using examination tools outside of Autopsy.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43" name="Google Shape;2443;p2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7" name="Shape 24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1" name="Shape 24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p267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Peter’s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Email Evidence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57" name="Google Shape;2457;p2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5050" y="1273000"/>
            <a:ext cx="1633902" cy="1633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1" name="Shape 2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" name="Google Shape;2462;p268"/>
          <p:cNvSpPr txBox="1"/>
          <p:nvPr>
            <p:ph idx="1" type="subTitle"/>
          </p:nvPr>
        </p:nvSpPr>
        <p:spPr>
          <a:xfrm>
            <a:off x="0" y="865175"/>
            <a:ext cx="5304600" cy="26826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Now we’ll use offline analysis to uncover </a:t>
            </a:r>
            <a:br>
              <a:rPr lang="en" sz="2800"/>
            </a:br>
            <a:r>
              <a:rPr lang="en" sz="2800"/>
              <a:t>details about the plot </a:t>
            </a:r>
            <a:br>
              <a:rPr lang="en" sz="2800"/>
            </a:br>
            <a:r>
              <a:rPr lang="en" sz="2800"/>
              <a:t>of the crime and possibly identify the co-conspirators and their roles. </a:t>
            </a:r>
            <a:endParaRPr sz="2800"/>
          </a:p>
        </p:txBody>
      </p:sp>
      <p:pic>
        <p:nvPicPr>
          <p:cNvPr id="2463" name="Google Shape;2463;p2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4963" y="1002913"/>
            <a:ext cx="2886075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p26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 Evidence</a:t>
            </a:r>
            <a:endParaRPr/>
          </a:p>
        </p:txBody>
      </p:sp>
      <p:sp>
        <p:nvSpPr>
          <p:cNvPr id="2469" name="Google Shape;2469;p269"/>
          <p:cNvSpPr txBox="1"/>
          <p:nvPr>
            <p:ph idx="1" type="subTitle"/>
          </p:nvPr>
        </p:nvSpPr>
        <p:spPr>
          <a:xfrm>
            <a:off x="1371600" y="1250388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Sender</a:t>
            </a:r>
            <a:r>
              <a:rPr lang="en" sz="1800"/>
              <a:t>’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s email address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70" name="Google Shape;2470;p269"/>
          <p:cNvSpPr txBox="1"/>
          <p:nvPr>
            <p:ph idx="4" type="subTitle"/>
          </p:nvPr>
        </p:nvSpPr>
        <p:spPr>
          <a:xfrm>
            <a:off x="1430600" y="3172888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User client (email app)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1" name="Google Shape;2471;p269"/>
          <p:cNvSpPr txBox="1"/>
          <p:nvPr>
            <p:ph idx="3" type="subTitle"/>
          </p:nvPr>
        </p:nvSpPr>
        <p:spPr>
          <a:xfrm>
            <a:off x="1430600" y="24660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Internet </a:t>
            </a:r>
            <a:r>
              <a:rPr lang="en" sz="1800"/>
              <a:t>s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ervice </a:t>
            </a:r>
            <a:r>
              <a:rPr lang="en" sz="1800"/>
              <a:t>p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rovider (ISP)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2" name="Google Shape;2472;p269"/>
          <p:cNvSpPr txBox="1"/>
          <p:nvPr>
            <p:ph idx="5" type="subTitle"/>
          </p:nvPr>
        </p:nvSpPr>
        <p:spPr>
          <a:xfrm>
            <a:off x="1430600" y="37601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Location information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73" name="Google Shape;2473;p2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9486" y="0"/>
            <a:ext cx="300367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4" name="Google Shape;2474;p269"/>
          <p:cNvSpPr txBox="1"/>
          <p:nvPr>
            <p:ph idx="2" type="subTitle"/>
          </p:nvPr>
        </p:nvSpPr>
        <p:spPr>
          <a:xfrm>
            <a:off x="1430600" y="1828800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Sender</a:t>
            </a:r>
            <a:r>
              <a:rPr lang="en" sz="1800"/>
              <a:t>’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s IP address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5" name="Google Shape;2475;p269"/>
          <p:cNvSpPr txBox="1"/>
          <p:nvPr>
            <p:ph idx="6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We can extract the following evidence from emails: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479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p270"/>
          <p:cNvSpPr/>
          <p:nvPr/>
        </p:nvSpPr>
        <p:spPr>
          <a:xfrm>
            <a:off x="-8125" y="2488575"/>
            <a:ext cx="9144000" cy="3188100"/>
          </a:xfrm>
          <a:prstGeom prst="rect">
            <a:avLst/>
          </a:prstGeom>
          <a:solidFill>
            <a:srgbClr val="0242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1" name="Google Shape;2481;p270"/>
          <p:cNvPicPr preferRelativeResize="0"/>
          <p:nvPr/>
        </p:nvPicPr>
        <p:blipFill rotWithShape="1">
          <a:blip r:embed="rId3">
            <a:alphaModFix/>
          </a:blip>
          <a:srcRect b="0" l="22185" r="0" t="0"/>
          <a:stretch/>
        </p:blipFill>
        <p:spPr>
          <a:xfrm>
            <a:off x="175" y="2010638"/>
            <a:ext cx="3417750" cy="297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82" name="Google Shape;2482;p270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Examining</a:t>
            </a:r>
            <a:r>
              <a:rPr lang="en" sz="2600"/>
              <a:t> Emails in Kali Linux</a:t>
            </a:r>
            <a:endParaRPr sz="2600"/>
          </a:p>
        </p:txBody>
      </p:sp>
      <p:sp>
        <p:nvSpPr>
          <p:cNvPr id="2483" name="Google Shape;2483;p27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/>
              <a:t>Displaying email messages in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Mail/MessageData </a:t>
            </a:r>
            <a:r>
              <a:rPr lang="en"/>
              <a:t>folder is as simple </a:t>
            </a:r>
            <a:br>
              <a:rPr lang="en"/>
            </a:br>
            <a:r>
              <a:rPr lang="en"/>
              <a:t>as running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ls -l</a:t>
            </a:r>
            <a:r>
              <a:rPr lang="en"/>
              <a:t> command. </a:t>
            </a:r>
            <a:r>
              <a:rPr lang="en"/>
              <a:t>From there, we’ll use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nano </a:t>
            </a:r>
            <a:r>
              <a:rPr lang="en"/>
              <a:t>to display the contents of each EMLX file.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/>
          </a:p>
        </p:txBody>
      </p:sp>
      <p:sp>
        <p:nvSpPr>
          <p:cNvPr id="2484" name="Google Shape;2484;p270"/>
          <p:cNvSpPr txBox="1"/>
          <p:nvPr>
            <p:ph idx="429496729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Source: </a:t>
            </a:r>
            <a:r>
              <a:rPr lang="en" sz="1300" u="sng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offensive-security.com</a:t>
            </a:r>
            <a:endParaRPr sz="13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2485" name="Google Shape;2485;p2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4375" y="2312868"/>
            <a:ext cx="5466625" cy="24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9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p27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Examine emails in Kali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4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Google Shape;2495;p272"/>
          <p:cNvSpPr txBox="1"/>
          <p:nvPr>
            <p:ph type="title"/>
          </p:nvPr>
        </p:nvSpPr>
        <p:spPr>
          <a:xfrm>
            <a:off x="-65650" y="74925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Evidence in the Emails</a:t>
            </a:r>
            <a:endParaRPr/>
          </a:p>
        </p:txBody>
      </p:sp>
      <p:sp>
        <p:nvSpPr>
          <p:cNvPr id="2496" name="Google Shape;2496;p272"/>
          <p:cNvSpPr txBox="1"/>
          <p:nvPr>
            <p:ph idx="1" type="subTitle"/>
          </p:nvPr>
        </p:nvSpPr>
        <p:spPr>
          <a:xfrm>
            <a:off x="0" y="5997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This diagram provides a high-level overview of the threat actors’ involvement in the Pure Gold Credit Union case. As you analyze the emails, use this as a road map to tie Peter’s associates to each incident.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97" name="Google Shape;2497;p2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12" y="529913"/>
            <a:ext cx="3930224" cy="3311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8" name="Google Shape;2498;p272"/>
          <p:cNvSpPr/>
          <p:nvPr/>
        </p:nvSpPr>
        <p:spPr>
          <a:xfrm>
            <a:off x="3899664" y="1392225"/>
            <a:ext cx="1463100" cy="58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Oliver Bell 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District Manager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9" name="Google Shape;2499;p272"/>
          <p:cNvSpPr/>
          <p:nvPr/>
        </p:nvSpPr>
        <p:spPr>
          <a:xfrm>
            <a:off x="3899664" y="2175814"/>
            <a:ext cx="1463100" cy="58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Evelyn Barnes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Branch Manager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0" name="Google Shape;2500;p272"/>
          <p:cNvSpPr/>
          <p:nvPr/>
        </p:nvSpPr>
        <p:spPr>
          <a:xfrm>
            <a:off x="2095043" y="3123292"/>
            <a:ext cx="1463100" cy="58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Peter Barnes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Lead Teller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1" name="Google Shape;2501;p272"/>
          <p:cNvSpPr/>
          <p:nvPr/>
        </p:nvSpPr>
        <p:spPr>
          <a:xfrm>
            <a:off x="5362781" y="3123292"/>
            <a:ext cx="1463100" cy="58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Julianne Patti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Head of Security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2" name="Google Shape;2502;p272"/>
          <p:cNvSpPr/>
          <p:nvPr/>
        </p:nvSpPr>
        <p:spPr>
          <a:xfrm>
            <a:off x="7209038" y="3123292"/>
            <a:ext cx="1463100" cy="58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Rosie Lloyd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Financial Adviser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3" name="Google Shape;2503;p272"/>
          <p:cNvSpPr/>
          <p:nvPr/>
        </p:nvSpPr>
        <p:spPr>
          <a:xfrm>
            <a:off x="5360050" y="4097846"/>
            <a:ext cx="1463100" cy="58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William Edwards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Security Guard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4" name="Google Shape;2504;p272"/>
          <p:cNvSpPr/>
          <p:nvPr/>
        </p:nvSpPr>
        <p:spPr>
          <a:xfrm>
            <a:off x="462548" y="4097846"/>
            <a:ext cx="1463100" cy="58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Catarina Mona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Bank Teller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5" name="Google Shape;2505;p272"/>
          <p:cNvSpPr/>
          <p:nvPr/>
        </p:nvSpPr>
        <p:spPr>
          <a:xfrm>
            <a:off x="3727553" y="4097846"/>
            <a:ext cx="1463100" cy="58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Lanzo Agneza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Bank Teller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6" name="Google Shape;2506;p272"/>
          <p:cNvSpPr/>
          <p:nvPr/>
        </p:nvSpPr>
        <p:spPr>
          <a:xfrm>
            <a:off x="2095043" y="4097846"/>
            <a:ext cx="1463100" cy="58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Michaela Rokas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Bank Teller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07" name="Google Shape;2507;p272"/>
          <p:cNvCxnSpPr>
            <a:stCxn id="2498" idx="2"/>
            <a:endCxn id="2499" idx="0"/>
          </p:cNvCxnSpPr>
          <p:nvPr/>
        </p:nvCxnSpPr>
        <p:spPr>
          <a:xfrm>
            <a:off x="4631214" y="1975725"/>
            <a:ext cx="0" cy="20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8" name="Google Shape;2508;p272"/>
          <p:cNvCxnSpPr>
            <a:stCxn id="2499" idx="2"/>
            <a:endCxn id="2500" idx="0"/>
          </p:cNvCxnSpPr>
          <p:nvPr/>
        </p:nvCxnSpPr>
        <p:spPr>
          <a:xfrm rot="5400000">
            <a:off x="3547014" y="2039014"/>
            <a:ext cx="363900" cy="18045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09" name="Google Shape;2509;p272"/>
          <p:cNvCxnSpPr>
            <a:stCxn id="2499" idx="2"/>
            <a:endCxn id="2502" idx="0"/>
          </p:cNvCxnSpPr>
          <p:nvPr/>
        </p:nvCxnSpPr>
        <p:spPr>
          <a:xfrm flipH="1" rot="-5400000">
            <a:off x="6103914" y="1286614"/>
            <a:ext cx="363900" cy="33093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0" name="Google Shape;2510;p272"/>
          <p:cNvCxnSpPr>
            <a:stCxn id="2499" idx="2"/>
            <a:endCxn id="2501" idx="0"/>
          </p:cNvCxnSpPr>
          <p:nvPr/>
        </p:nvCxnSpPr>
        <p:spPr>
          <a:xfrm flipH="1" rot="-5400000">
            <a:off x="5180814" y="2209714"/>
            <a:ext cx="363900" cy="14631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1" name="Google Shape;2511;p272"/>
          <p:cNvCxnSpPr>
            <a:stCxn id="2500" idx="2"/>
            <a:endCxn id="2504" idx="0"/>
          </p:cNvCxnSpPr>
          <p:nvPr/>
        </p:nvCxnSpPr>
        <p:spPr>
          <a:xfrm rot="5400000">
            <a:off x="1814693" y="3086092"/>
            <a:ext cx="391200" cy="1632600"/>
          </a:xfrm>
          <a:prstGeom prst="bentConnector3">
            <a:avLst>
              <a:gd fmla="val 4998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2" name="Google Shape;2512;p272"/>
          <p:cNvCxnSpPr>
            <a:stCxn id="2500" idx="2"/>
            <a:endCxn id="2506" idx="0"/>
          </p:cNvCxnSpPr>
          <p:nvPr/>
        </p:nvCxnSpPr>
        <p:spPr>
          <a:xfrm flipH="1" rot="-5400000">
            <a:off x="2631293" y="3902092"/>
            <a:ext cx="391200" cy="600"/>
          </a:xfrm>
          <a:prstGeom prst="bentConnector3">
            <a:avLst>
              <a:gd fmla="val 4998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3" name="Google Shape;2513;p272"/>
          <p:cNvCxnSpPr>
            <a:stCxn id="2500" idx="2"/>
            <a:endCxn id="2505" idx="0"/>
          </p:cNvCxnSpPr>
          <p:nvPr/>
        </p:nvCxnSpPr>
        <p:spPr>
          <a:xfrm flipH="1" rot="-5400000">
            <a:off x="3447293" y="3086092"/>
            <a:ext cx="391200" cy="1632600"/>
          </a:xfrm>
          <a:prstGeom prst="bentConnector3">
            <a:avLst>
              <a:gd fmla="val 4998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4" name="Google Shape;2514;p272"/>
          <p:cNvCxnSpPr>
            <a:stCxn id="2500" idx="2"/>
            <a:endCxn id="2503" idx="0"/>
          </p:cNvCxnSpPr>
          <p:nvPr/>
        </p:nvCxnSpPr>
        <p:spPr>
          <a:xfrm flipH="1" rot="-5400000">
            <a:off x="4263443" y="2269942"/>
            <a:ext cx="391200" cy="3264900"/>
          </a:xfrm>
          <a:prstGeom prst="bentConnector3">
            <a:avLst>
              <a:gd fmla="val 4998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p273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Correspondence Evidence Worksheet</a:t>
            </a:r>
            <a:endParaRPr/>
          </a:p>
        </p:txBody>
      </p:sp>
      <p:sp>
        <p:nvSpPr>
          <p:cNvPr id="2520" name="Google Shape;2520;p273"/>
          <p:cNvSpPr txBox="1"/>
          <p:nvPr>
            <p:ph idx="1" type="subTitle"/>
          </p:nvPr>
        </p:nvSpPr>
        <p:spPr>
          <a:xfrm>
            <a:off x="0" y="533700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In the next activity, you will use the </a:t>
            </a:r>
            <a:r>
              <a:rPr b="1" lang="en" sz="1700" u="sng">
                <a:highlight>
                  <a:schemeClr val="accent1"/>
                </a:highlight>
                <a:hlinkClick r:id="rId3"/>
              </a:rPr>
              <a:t>Correspondence Evidence Worksheet</a:t>
            </a:r>
            <a:r>
              <a:rPr lang="en" sz="1700"/>
              <a:t> </a:t>
            </a:r>
            <a:r>
              <a:rPr lang="en" sz="1700"/>
              <a:t>to document evidence from the communications found on Peter’s phone </a:t>
            </a:r>
            <a:r>
              <a:rPr lang="en" sz="1700"/>
              <a:t>(i.e., phone calls, emails, text messages). </a:t>
            </a:r>
            <a:endParaRPr sz="1700"/>
          </a:p>
        </p:txBody>
      </p:sp>
      <p:sp>
        <p:nvSpPr>
          <p:cNvPr id="2521" name="Google Shape;2521;p273"/>
          <p:cNvSpPr txBox="1"/>
          <p:nvPr>
            <p:ph idx="3" type="body"/>
          </p:nvPr>
        </p:nvSpPr>
        <p:spPr>
          <a:xfrm>
            <a:off x="0" y="1617225"/>
            <a:ext cx="9144000" cy="3648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n"/>
              <a:t>You will fill out the following information:</a:t>
            </a:r>
            <a:endParaRPr b="1"/>
          </a:p>
        </p:txBody>
      </p:sp>
      <p:graphicFrame>
        <p:nvGraphicFramePr>
          <p:cNvPr id="2522" name="Google Shape;2522;p273"/>
          <p:cNvGraphicFramePr/>
          <p:nvPr/>
        </p:nvGraphicFramePr>
        <p:xfrm>
          <a:off x="402063" y="20285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{8A64ED30-28BB-4776-9575-D63E7293FD90}</a:tableStyleId>
              </a:tblPr>
              <a:tblGrid>
                <a:gridCol w="3593600"/>
                <a:gridCol w="4660850"/>
              </a:tblGrid>
              <a:tr h="520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Artifact numbers to </a:t>
                      </a:r>
                      <a:br>
                        <a:rPr lang="en" sz="1500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</a:br>
                      <a:r>
                        <a:rPr lang="en" sz="1500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help organize records</a:t>
                      </a:r>
                      <a:endParaRPr sz="1500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each record as you enter it into the worksheet.</a:t>
                      </a:r>
                      <a:endParaRPr sz="15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0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Timestamp</a:t>
                      </a:r>
                      <a:endParaRPr sz="1500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time the email was sent or received.</a:t>
                      </a:r>
                      <a:endParaRPr sz="15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15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Header information</a:t>
                      </a:r>
                      <a:endParaRPr sz="1500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These should include names of the individuals involved, their email addresses, and the email subject line.</a:t>
                      </a:r>
                      <a:endParaRPr sz="15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Key information</a:t>
                      </a:r>
                      <a:endParaRPr sz="1500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s</a:t>
                      </a:r>
                      <a:r>
                        <a:rPr lang="en" sz="15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ummary of the email contents.</a:t>
                      </a:r>
                      <a:endParaRPr sz="15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10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FFFFFF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Evidence location</a:t>
                      </a:r>
                      <a:endParaRPr sz="1500">
                        <a:solidFill>
                          <a:srgbClr val="FFFFFF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The </a:t>
                      </a:r>
                      <a:r>
                        <a:rPr lang="en" sz="15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 source (e.g., email, SMS, phone call, etc.).</a:t>
                      </a:r>
                      <a:endParaRPr sz="15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6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p274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 minutes</a:t>
            </a:r>
            <a:endParaRPr/>
          </a:p>
        </p:txBody>
      </p:sp>
      <p:sp>
        <p:nvSpPr>
          <p:cNvPr id="2528" name="Google Shape;2528;p274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Peter’s email evidence</a:t>
            </a:r>
            <a:endParaRPr/>
          </a:p>
        </p:txBody>
      </p:sp>
      <p:sp>
        <p:nvSpPr>
          <p:cNvPr id="2529" name="Google Shape;2529;p274"/>
          <p:cNvSpPr txBox="1"/>
          <p:nvPr>
            <p:ph idx="3" type="body"/>
          </p:nvPr>
        </p:nvSpPr>
        <p:spPr>
          <a:xfrm>
            <a:off x="914400" y="1176975"/>
            <a:ext cx="7315200" cy="2395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continue your role as a digital forensics investigator and dig deeper into the iPhone image to find more information about Peter’s involvement in the crime.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0" name="Google Shape;2530;p2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8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2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6" name="Shape 2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7" name="Google Shape;2547;p278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Peter’s SMS Messages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48" name="Google Shape;2548;p278"/>
          <p:cNvPicPr preferRelativeResize="0"/>
          <p:nvPr/>
        </p:nvPicPr>
        <p:blipFill rotWithShape="1">
          <a:blip r:embed="rId3">
            <a:alphaModFix/>
          </a:blip>
          <a:srcRect b="0" l="5760" r="5751" t="0"/>
          <a:stretch/>
        </p:blipFill>
        <p:spPr>
          <a:xfrm>
            <a:off x="4143725" y="1667854"/>
            <a:ext cx="902674" cy="1020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52" name="Shape 2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3" name="Google Shape;2553;p279"/>
          <p:cNvSpPr txBox="1"/>
          <p:nvPr>
            <p:ph idx="2" type="body"/>
          </p:nvPr>
        </p:nvSpPr>
        <p:spPr>
          <a:xfrm>
            <a:off x="105925" y="1023850"/>
            <a:ext cx="5290500" cy="1099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852"/>
              <a:buNone/>
            </a:pPr>
            <a:r>
              <a:rPr lang="en" sz="2400"/>
              <a:t>We’ll continue to search for more evidence by examining Peter’s </a:t>
            </a:r>
            <a:r>
              <a:rPr b="1" lang="en" sz="2400">
                <a:highlight>
                  <a:schemeClr val="accent1"/>
                </a:highlight>
              </a:rPr>
              <a:t>SMS messages</a:t>
            </a:r>
            <a:r>
              <a:rPr lang="en" sz="2400"/>
              <a:t>.</a:t>
            </a:r>
            <a:endParaRPr sz="2400">
              <a:highlight>
                <a:schemeClr val="accent1"/>
              </a:highlight>
            </a:endParaRPr>
          </a:p>
        </p:txBody>
      </p:sp>
      <p:pic>
        <p:nvPicPr>
          <p:cNvPr id="2554" name="Google Shape;2554;p2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6425" y="899300"/>
            <a:ext cx="2920525" cy="31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8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p280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Forensic analysis of SMS messages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3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p281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2565" name="Google Shape;2565;p281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Peter’s SMS messages</a:t>
            </a:r>
            <a:endParaRPr/>
          </a:p>
        </p:txBody>
      </p:sp>
      <p:sp>
        <p:nvSpPr>
          <p:cNvPr id="2566" name="Google Shape;2566;p281"/>
          <p:cNvSpPr txBox="1"/>
          <p:nvPr>
            <p:ph idx="3" type="body"/>
          </p:nvPr>
        </p:nvSpPr>
        <p:spPr>
          <a:xfrm>
            <a:off x="914400" y="1691675"/>
            <a:ext cx="7315200" cy="1881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work with your group to examine Peter’s </a:t>
            </a:r>
            <a:br>
              <a:rPr lang="en"/>
            </a:br>
            <a:r>
              <a:rPr lang="en"/>
              <a:t>SMS messages and gather more information about the case.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7" name="Google Shape;2567;p2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5" name="Shape 25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9" name="Shape 2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Google Shape;2580;p284"/>
          <p:cNvSpPr txBox="1"/>
          <p:nvPr>
            <p:ph idx="1" type="subTitle"/>
          </p:nvPr>
        </p:nvSpPr>
        <p:spPr>
          <a:xfrm>
            <a:off x="6463600" y="4568825"/>
            <a:ext cx="23922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25 minutes</a:t>
            </a:r>
            <a:endParaRPr/>
          </a:p>
        </p:txBody>
      </p:sp>
      <p:sp>
        <p:nvSpPr>
          <p:cNvPr id="2581" name="Google Shape;2581;p284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final report</a:t>
            </a:r>
            <a:endParaRPr/>
          </a:p>
        </p:txBody>
      </p:sp>
      <p:sp>
        <p:nvSpPr>
          <p:cNvPr id="2582" name="Google Shape;2582;p284"/>
          <p:cNvSpPr txBox="1"/>
          <p:nvPr>
            <p:ph idx="3" type="body"/>
          </p:nvPr>
        </p:nvSpPr>
        <p:spPr>
          <a:xfrm>
            <a:off x="860075" y="1691675"/>
            <a:ext cx="7369500" cy="1881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start preparing a report of your group’s findings. You will continue this report as part of your challenge.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3" name="Google Shape;2583;p2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1" name="Shape 25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5" name="Shape 25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9" name="Shape 2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0" name="Google Shape;2600;p288"/>
          <p:cNvGrpSpPr/>
          <p:nvPr/>
        </p:nvGrpSpPr>
        <p:grpSpPr>
          <a:xfrm>
            <a:off x="440125" y="1136875"/>
            <a:ext cx="776900" cy="486300"/>
            <a:chOff x="457200" y="1466425"/>
            <a:chExt cx="776900" cy="486300"/>
          </a:xfrm>
        </p:grpSpPr>
        <p:sp>
          <p:nvSpPr>
            <p:cNvPr id="2601" name="Google Shape;2601;p28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i="0" sz="3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02" name="Google Shape;2602;p28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603" name="Google Shape;2603;p288"/>
          <p:cNvGrpSpPr/>
          <p:nvPr/>
        </p:nvGrpSpPr>
        <p:grpSpPr>
          <a:xfrm>
            <a:off x="440125" y="1867930"/>
            <a:ext cx="776900" cy="486300"/>
            <a:chOff x="457200" y="1466425"/>
            <a:chExt cx="776900" cy="486300"/>
          </a:xfrm>
        </p:grpSpPr>
        <p:sp>
          <p:nvSpPr>
            <p:cNvPr id="2604" name="Google Shape;2604;p28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05" name="Google Shape;2605;p28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606" name="Google Shape;2606;p288"/>
          <p:cNvGrpSpPr/>
          <p:nvPr/>
        </p:nvGrpSpPr>
        <p:grpSpPr>
          <a:xfrm>
            <a:off x="440125" y="2675185"/>
            <a:ext cx="776900" cy="486300"/>
            <a:chOff x="457200" y="1466425"/>
            <a:chExt cx="776900" cy="486300"/>
          </a:xfrm>
        </p:grpSpPr>
        <p:sp>
          <p:nvSpPr>
            <p:cNvPr id="2607" name="Google Shape;2607;p28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08" name="Google Shape;2608;p28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2609" name="Google Shape;2609;p288"/>
          <p:cNvGrpSpPr/>
          <p:nvPr/>
        </p:nvGrpSpPr>
        <p:grpSpPr>
          <a:xfrm>
            <a:off x="440125" y="3330040"/>
            <a:ext cx="776900" cy="486300"/>
            <a:chOff x="457200" y="1466425"/>
            <a:chExt cx="776900" cy="486300"/>
          </a:xfrm>
        </p:grpSpPr>
        <p:sp>
          <p:nvSpPr>
            <p:cNvPr id="2610" name="Google Shape;2610;p288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i="0" lang="en" sz="3000" u="none" cap="none" strike="noStrike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i="0" sz="3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611" name="Google Shape;2611;p288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2612" name="Google Shape;2612;p288"/>
          <p:cNvSpPr/>
          <p:nvPr/>
        </p:nvSpPr>
        <p:spPr>
          <a:xfrm>
            <a:off x="1335475" y="1136875"/>
            <a:ext cx="7116000" cy="635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3" name="Google Shape;2613;p288"/>
          <p:cNvSpPr/>
          <p:nvPr/>
        </p:nvSpPr>
        <p:spPr>
          <a:xfrm>
            <a:off x="1335475" y="1867923"/>
            <a:ext cx="7116000" cy="6351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4" name="Google Shape;2614;p288"/>
          <p:cNvSpPr/>
          <p:nvPr/>
        </p:nvSpPr>
        <p:spPr>
          <a:xfrm>
            <a:off x="1335475" y="2675187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5" name="Google Shape;2615;p288"/>
          <p:cNvSpPr/>
          <p:nvPr/>
        </p:nvSpPr>
        <p:spPr>
          <a:xfrm>
            <a:off x="1335475" y="3330043"/>
            <a:ext cx="71160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5E77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6" name="Google Shape;2616;p28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Recap</a:t>
            </a:r>
            <a:endParaRPr/>
          </a:p>
        </p:txBody>
      </p:sp>
      <p:sp>
        <p:nvSpPr>
          <p:cNvPr id="2617" name="Google Shape;2617;p288"/>
          <p:cNvSpPr txBox="1"/>
          <p:nvPr>
            <p:ph idx="4294967295" type="subTitle"/>
          </p:nvPr>
        </p:nvSpPr>
        <p:spPr>
          <a:xfrm>
            <a:off x="1430600" y="1129175"/>
            <a:ext cx="7116000" cy="486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Performed mobile forensics analysis and compiled details of </a:t>
            </a:r>
            <a:br>
              <a:rPr lang="en" sz="1800"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latin typeface="Roboto"/>
                <a:ea typeface="Roboto"/>
                <a:cs typeface="Roboto"/>
                <a:sym typeface="Roboto"/>
              </a:rPr>
              <a:t>Peter’s iPhone.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8" name="Google Shape;2618;p288"/>
          <p:cNvSpPr txBox="1"/>
          <p:nvPr>
            <p:ph idx="4294967295" type="subTitle"/>
          </p:nvPr>
        </p:nvSpPr>
        <p:spPr>
          <a:xfrm>
            <a:off x="1430600" y="3401488"/>
            <a:ext cx="7116000" cy="486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Created custom tags.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9" name="Google Shape;2619;p288"/>
          <p:cNvSpPr txBox="1"/>
          <p:nvPr>
            <p:ph idx="4294967295" type="subTitle"/>
          </p:nvPr>
        </p:nvSpPr>
        <p:spPr>
          <a:xfrm>
            <a:off x="1430600" y="2792263"/>
            <a:ext cx="7116000" cy="486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Tagged and categorized evidence relevant to the case.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0" name="Google Shape;2620;p288"/>
          <p:cNvSpPr txBox="1"/>
          <p:nvPr>
            <p:ph idx="4294967295" type="subTitle"/>
          </p:nvPr>
        </p:nvSpPr>
        <p:spPr>
          <a:xfrm>
            <a:off x="1430600" y="1864075"/>
            <a:ext cx="7116000" cy="486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Searched through numerous files and directories on the iPhone image.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1" name="Google Shape;2621;p288"/>
          <p:cNvSpPr txBox="1"/>
          <p:nvPr>
            <p:ph idx="2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We’ve examined a lot of information and done the following: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5" name="Shape 2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6" name="Google Shape;2626;p28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Recap</a:t>
            </a:r>
            <a:endParaRPr/>
          </a:p>
        </p:txBody>
      </p:sp>
      <p:sp>
        <p:nvSpPr>
          <p:cNvPr id="2627" name="Google Shape;2627;p289"/>
          <p:cNvSpPr txBox="1"/>
          <p:nvPr>
            <p:ph idx="1" type="subTitle"/>
          </p:nvPr>
        </p:nvSpPr>
        <p:spPr>
          <a:xfrm>
            <a:off x="1354400" y="11291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Extracted data for offline analysis using the export function.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8" name="Google Shape;2628;p289"/>
          <p:cNvSpPr txBox="1"/>
          <p:nvPr>
            <p:ph idx="2" type="subTitle"/>
          </p:nvPr>
        </p:nvSpPr>
        <p:spPr>
          <a:xfrm>
            <a:off x="1354400" y="1787875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Examined and documented Peter’s emails.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9" name="Google Shape;2629;p289"/>
          <p:cNvSpPr txBox="1"/>
          <p:nvPr>
            <p:ph idx="3" type="subTitle"/>
          </p:nvPr>
        </p:nvSpPr>
        <p:spPr>
          <a:xfrm>
            <a:off x="1354400" y="2444663"/>
            <a:ext cx="7116000" cy="486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Examined and documented Peter’s SMS messages.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0" name="Google Shape;2630;p289"/>
          <p:cNvSpPr txBox="1"/>
          <p:nvPr>
            <p:ph idx="4" type="title"/>
          </p:nvPr>
        </p:nvSpPr>
        <p:spPr>
          <a:xfrm>
            <a:off x="-6000" y="515275"/>
            <a:ext cx="9192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We’ve examined a lot of information and done the following: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4" name="Shape 2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Google Shape;2635;p29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Lesson</a:t>
            </a:r>
            <a:r>
              <a:rPr lang="en" sz="2600">
                <a:solidFill>
                  <a:schemeClr val="dk2"/>
                </a:solidFill>
              </a:rPr>
              <a:t> Wrap-Up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2636" name="Google Shape;2636;p290"/>
          <p:cNvSpPr txBox="1"/>
          <p:nvPr>
            <p:ph idx="4294967295" type="subTitle"/>
          </p:nvPr>
        </p:nvSpPr>
        <p:spPr>
          <a:xfrm>
            <a:off x="582835" y="1859300"/>
            <a:ext cx="2371500" cy="26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Digital forensics </a:t>
            </a: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 a field dedicated </a:t>
            </a: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 identifying, extracting, preserving, and reporting against information obtained from computer and network systems.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7" name="Google Shape;2637;p290"/>
          <p:cNvSpPr txBox="1"/>
          <p:nvPr>
            <p:ph idx="4294967295" type="subTitle"/>
          </p:nvPr>
        </p:nvSpPr>
        <p:spPr>
          <a:xfrm>
            <a:off x="3358325" y="1859300"/>
            <a:ext cx="2299500" cy="26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Digital forensics </a:t>
            </a: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relies on the expertise </a:t>
            </a: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 examiners to analyze and interpret data retrieved by trusted digital forensics examination tools.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8" name="Google Shape;2638;p290"/>
          <p:cNvSpPr txBox="1"/>
          <p:nvPr>
            <p:ph idx="4294967295" type="subTitle"/>
          </p:nvPr>
        </p:nvSpPr>
        <p:spPr>
          <a:xfrm>
            <a:off x="6263695" y="1859312"/>
            <a:ext cx="2371500" cy="26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Investigative teams may be spread across several times zones, </a:t>
            </a:r>
            <a:b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 it's important to follow a baseline time zone as indicated by case file.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9" name="Google Shape;2639;p290"/>
          <p:cNvSpPr txBox="1"/>
          <p:nvPr>
            <p:ph idx="2" type="title"/>
          </p:nvPr>
        </p:nvSpPr>
        <p:spPr>
          <a:xfrm>
            <a:off x="-6000" y="5914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Key takeaways from this lesson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3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4" name="Google Shape;2644;p291"/>
          <p:cNvSpPr txBox="1"/>
          <p:nvPr>
            <p:ph idx="1" type="body"/>
          </p:nvPr>
        </p:nvSpPr>
        <p:spPr>
          <a:xfrm>
            <a:off x="3393500" y="1377600"/>
            <a:ext cx="52581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You’ll continue your report and work on another </a:t>
            </a:r>
            <a:r>
              <a:rPr b="1" lang="en"/>
              <a:t>bonus assignment</a:t>
            </a:r>
            <a:r>
              <a:rPr lang="en"/>
              <a:t> for this week’s challenge.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8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2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3" name="Google Shape;2653;p293"/>
          <p:cNvSpPr txBox="1"/>
          <p:nvPr>
            <p:ph idx="1" type="subTitle"/>
          </p:nvPr>
        </p:nvSpPr>
        <p:spPr>
          <a:xfrm>
            <a:off x="41700" y="36707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Introduction to security within the organization</a:t>
            </a:r>
            <a:endParaRPr b="1" baseline="-25000" sz="2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ilogy Bootcamps Theme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