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165.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6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167.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60.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1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5143500" cx="9144000"/>
  <p:notesSz cx="6858000" cy="9144000"/>
  <p:embeddedFontLst>
    <p:embeddedFont>
      <p:font typeface="Roboto"/>
      <p:regular r:id="rId53"/>
      <p:bold r:id="rId54"/>
      <p:italic r:id="rId55"/>
      <p:boldItalic r:id="rId56"/>
    </p:embeddedFont>
    <p:embeddedFont>
      <p:font typeface="Roboto Medium"/>
      <p:regular r:id="rId57"/>
      <p:bold r:id="rId58"/>
      <p:italic r:id="rId59"/>
      <p:boldItalic r:id="rId60"/>
    </p:embeddedFont>
    <p:embeddedFont>
      <p:font typeface="Inconsolata"/>
      <p:regular r:id="rId61"/>
      <p:bold r:id="rId62"/>
    </p:embeddedFont>
    <p:embeddedFont>
      <p:font typeface="Inconsolata SemiBold"/>
      <p:regular r:id="rId63"/>
      <p:bold r:id="rId64"/>
    </p:embeddedFont>
    <p:embeddedFont>
      <p:font typeface="Roboto Light"/>
      <p:regular r:id="rId65"/>
      <p:bold r:id="rId66"/>
      <p:italic r:id="rId67"/>
      <p:boldItalic r:id="rId68"/>
    </p:embeddedFont>
    <p:embeddedFont>
      <p:font typeface="Inconsolata Medium"/>
      <p:regular r:id="rId69"/>
      <p:bold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47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994284-15BF-434A-AE59-F0DCAD16A148}">
  <a:tblStyle styleId="{F8994284-15BF-434A-AE59-F0DCAD16A14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47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0" Type="http://schemas.openxmlformats.org/officeDocument/2006/relationships/font" Target="fonts/InconsolataMedium-bold.fntdata"/><Relationship Id="rId62" Type="http://schemas.openxmlformats.org/officeDocument/2006/relationships/font" Target="fonts/Inconsolata-bold.fntdata"/><Relationship Id="rId61" Type="http://schemas.openxmlformats.org/officeDocument/2006/relationships/font" Target="fonts/Inconsolata-regular.fntdata"/><Relationship Id="rId64" Type="http://schemas.openxmlformats.org/officeDocument/2006/relationships/font" Target="fonts/InconsolataSemiBold-bold.fntdata"/><Relationship Id="rId63" Type="http://schemas.openxmlformats.org/officeDocument/2006/relationships/font" Target="fonts/InconsolataSemiBold-regular.fntdata"/><Relationship Id="rId66" Type="http://schemas.openxmlformats.org/officeDocument/2006/relationships/font" Target="fonts/RobotoLight-bold.fntdata"/><Relationship Id="rId65" Type="http://schemas.openxmlformats.org/officeDocument/2006/relationships/font" Target="fonts/RobotoLight-regular.fntdata"/><Relationship Id="rId68" Type="http://schemas.openxmlformats.org/officeDocument/2006/relationships/font" Target="fonts/RobotoLight-boldItalic.fntdata"/><Relationship Id="rId67" Type="http://schemas.openxmlformats.org/officeDocument/2006/relationships/font" Target="fonts/RobotoLight-italic.fntdata"/><Relationship Id="rId60" Type="http://schemas.openxmlformats.org/officeDocument/2006/relationships/font" Target="fonts/RobotoMedium-boldItalic.fntdata"/><Relationship Id="rId69" Type="http://schemas.openxmlformats.org/officeDocument/2006/relationships/font" Target="fonts/InconsolataMedium-regular.fntdata"/><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Roboto-regular.fntdata"/><Relationship Id="rId52" Type="http://schemas.openxmlformats.org/officeDocument/2006/relationships/slide" Target="slides/slide46.xml"/><Relationship Id="rId55" Type="http://schemas.openxmlformats.org/officeDocument/2006/relationships/font" Target="fonts/Roboto-italic.fntdata"/><Relationship Id="rId54" Type="http://schemas.openxmlformats.org/officeDocument/2006/relationships/font" Target="fonts/Roboto-bold.fntdata"/><Relationship Id="rId57" Type="http://schemas.openxmlformats.org/officeDocument/2006/relationships/font" Target="fonts/RobotoMedium-regular.fntdata"/><Relationship Id="rId56" Type="http://schemas.openxmlformats.org/officeDocument/2006/relationships/font" Target="fonts/Roboto-boldItalic.fntdata"/><Relationship Id="rId59" Type="http://schemas.openxmlformats.org/officeDocument/2006/relationships/font" Target="fonts/RobotoMedium-italic.fntdata"/><Relationship Id="rId58" Type="http://schemas.openxmlformats.org/officeDocument/2006/relationships/font" Target="fonts/RobotoMedium-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pexels.com/photo/close-up-shot-of-a-smartphone-9867097/"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2eb00afe1db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5" name="Google Shape;1255;g2eb00afe1db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g2fb925c7b0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2" name="Google Shape;1262;g2fb925c7b0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g2f0136018fe_0_2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7" name="Google Shape;1287;g2f0136018fe_0_2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312693c97d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1" name="Google Shape;1291;g312693c97d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g312693c97d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5" name="Google Shape;1295;g312693c97d5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312693c97d5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9" name="Google Shape;1329;g312693c97d5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shutterstock_167974337</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312693c97d5_0_1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7" name="Google Shape;1337;g312693c97d5_0_1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g30a878d6c8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7" name="Google Shape;1347;g30a878d6c8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g312693c97d5_0_2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3" name="Google Shape;1353;g312693c97d5_0_2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https://www.pexels.com/photo/iphone-on-display-14168781/</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g312693c97d5_0_2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1" name="Google Shape;1361;g312693c97d5_0_2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g312693c97d5_0_26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8" name="Google Shape;1378;g312693c97d5_0_2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shutterstock_1060516115</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312693c97d5_0_3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5" name="Google Shape;1385;g312693c97d5_0_3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g312693c97d5_0_3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0" name="Google Shape;1390;g312693c97d5_0_3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g312693c97d5_0_3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5" name="Google Shape;1395;g312693c97d5_0_3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shutterstock_219776725</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g312693c97d5_0_3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8" name="Google Shape;1418;g312693c97d5_0_3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g312284f47d1_0_6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3" name="Google Shape;1423;g312284f47d1_0_6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g312693c97d5_0_4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8" name="Google Shape;1428;g312693c97d5_0_4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g312693c97d5_0_5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4" name="Google Shape;1434;g312693c97d5_0_5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https://www.pexels.com/photo/close-up-shot-of-a-smartphone-9867097/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https://www.shutterstock.com/image-photo/bangkok-thailand-june-16-2024-iphone-2476280009</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g312693c97d5_0_5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2" name="Google Shape;1442;g312693c97d5_0_5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g312693c97d5_0_6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7" name="Google Shape;1457;g312693c97d5_0_6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g30a8c704c1c_0_27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2" name="Google Shape;1462;g30a8c704c1c_0_27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g30b45a0dcde_0_16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6" name="Google Shape;1466;g30b45a0dcde_0_16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g30b45a0dcde_0_16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4" name="Google Shape;1474;g30b45a0dcde_0_16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g30b45a0dcde_0_16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8" name="Google Shape;1478;g30b45a0dcde_0_16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g312693c97d5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2" name="Google Shape;1482;g312693c97d5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4" name="Shape 1484"/>
        <p:cNvGrpSpPr/>
        <p:nvPr/>
      </p:nvGrpSpPr>
      <p:grpSpPr>
        <a:xfrm>
          <a:off x="0" y="0"/>
          <a:ext cx="0" cy="0"/>
          <a:chOff x="0" y="0"/>
          <a:chExt cx="0" cy="0"/>
        </a:xfrm>
      </p:grpSpPr>
      <p:sp>
        <p:nvSpPr>
          <p:cNvPr id="1485" name="Google Shape;1485;g312284f47d1_0_22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6" name="Google Shape;1486;g312284f47d1_0_22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g312693c97d5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2" name="Google Shape;1492;g312693c97d5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5" name="Shape 1495"/>
        <p:cNvGrpSpPr/>
        <p:nvPr/>
      </p:nvGrpSpPr>
      <p:grpSpPr>
        <a:xfrm>
          <a:off x="0" y="0"/>
          <a:ext cx="0" cy="0"/>
          <a:chOff x="0" y="0"/>
          <a:chExt cx="0" cy="0"/>
        </a:xfrm>
      </p:grpSpPr>
      <p:sp>
        <p:nvSpPr>
          <p:cNvPr id="1496" name="Google Shape;1496;g312693c97d5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7" name="Google Shape;1497;g312693c97d5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g312693c97d5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2" name="Google Shape;1502;g312693c97d5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g312693c97d5_1_1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5" name="Google Shape;1525;g312693c97d5_1_1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shutterstock_431385100</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g312693c97d5_1_2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2" name="Google Shape;1532;g312693c97d5_1_2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g312693c97d5_1_2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7" name="Google Shape;1537;g312693c97d5_1_2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3" name="Shape 1543"/>
        <p:cNvGrpSpPr/>
        <p:nvPr/>
      </p:nvGrpSpPr>
      <p:grpSpPr>
        <a:xfrm>
          <a:off x="0" y="0"/>
          <a:ext cx="0" cy="0"/>
          <a:chOff x="0" y="0"/>
          <a:chExt cx="0" cy="0"/>
        </a:xfrm>
      </p:grpSpPr>
      <p:sp>
        <p:nvSpPr>
          <p:cNvPr id="1544" name="Google Shape;1544;g312693c97d5_1_2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5" name="Google Shape;1545;g312693c97d5_1_2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g312693c97d5_1_2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9" name="Google Shape;1549;g312693c97d5_1_2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1" name="Shape 1551"/>
        <p:cNvGrpSpPr/>
        <p:nvPr/>
      </p:nvGrpSpPr>
      <p:grpSpPr>
        <a:xfrm>
          <a:off x="0" y="0"/>
          <a:ext cx="0" cy="0"/>
          <a:chOff x="0" y="0"/>
          <a:chExt cx="0" cy="0"/>
        </a:xfrm>
      </p:grpSpPr>
      <p:sp>
        <p:nvSpPr>
          <p:cNvPr id="1552" name="Google Shape;1552;g312693c97d5_1_2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3" name="Google Shape;1553;g312693c97d5_1_2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7" name="Shape 1557"/>
        <p:cNvGrpSpPr/>
        <p:nvPr/>
      </p:nvGrpSpPr>
      <p:grpSpPr>
        <a:xfrm>
          <a:off x="0" y="0"/>
          <a:ext cx="0" cy="0"/>
          <a:chOff x="0" y="0"/>
          <a:chExt cx="0" cy="0"/>
        </a:xfrm>
      </p:grpSpPr>
      <p:sp>
        <p:nvSpPr>
          <p:cNvPr id="1558" name="Google Shape;1558;g312693c97d5_1_2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9" name="Google Shape;1559;g312693c97d5_1_2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shutterstock_1508063498</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g312693c97d5_1_3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1" name="Google Shape;1581;g312693c97d5_1_3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4" name="Shape 1584"/>
        <p:cNvGrpSpPr/>
        <p:nvPr/>
      </p:nvGrpSpPr>
      <p:grpSpPr>
        <a:xfrm>
          <a:off x="0" y="0"/>
          <a:ext cx="0" cy="0"/>
          <a:chOff x="0" y="0"/>
          <a:chExt cx="0" cy="0"/>
        </a:xfrm>
      </p:grpSpPr>
      <p:sp>
        <p:nvSpPr>
          <p:cNvPr id="1585" name="Google Shape;1585;g312693c97d5_1_3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6" name="Google Shape;1586;g312693c97d5_1_3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14300" marR="114300" rtl="0" algn="l">
              <a:lnSpc>
                <a:spcPct val="142857"/>
              </a:lnSpc>
              <a:spcBef>
                <a:spcPts val="500"/>
              </a:spcBef>
              <a:spcAft>
                <a:spcPts val="0"/>
              </a:spcAft>
              <a:buClr>
                <a:schemeClr val="dk1"/>
              </a:buClr>
              <a:buSzPts val="1100"/>
              <a:buFont typeface="Arial"/>
              <a:buNone/>
            </a:pPr>
            <a:r>
              <a:rPr lang="en" sz="1050">
                <a:solidFill>
                  <a:srgbClr val="3C4043"/>
                </a:solidFill>
                <a:latin typeface="Roboto"/>
                <a:ea typeface="Roboto"/>
                <a:cs typeface="Roboto"/>
                <a:sym typeface="Roboto"/>
              </a:rPr>
              <a:t>Shutterstock_535531051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g3123099a929_0_98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2" name="Google Shape;1662;g3123099a929_0_98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g312693c97d5_1_4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7" name="Google Shape;1667;g312693c97d5_1_4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g312693c97d5_1_4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5" name="Google Shape;1675;g312693c97d5_1_4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7" name="Shape 1677"/>
        <p:cNvGrpSpPr/>
        <p:nvPr/>
      </p:nvGrpSpPr>
      <p:grpSpPr>
        <a:xfrm>
          <a:off x="0" y="0"/>
          <a:ext cx="0" cy="0"/>
          <a:chOff x="0" y="0"/>
          <a:chExt cx="0" cy="0"/>
        </a:xfrm>
      </p:grpSpPr>
      <p:sp>
        <p:nvSpPr>
          <p:cNvPr id="1678" name="Google Shape;1678;g312693c97d5_1_4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9" name="Google Shape;1679;g312693c97d5_1_4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1" name="Shape 1681"/>
        <p:cNvGrpSpPr/>
        <p:nvPr/>
      </p:nvGrpSpPr>
      <p:grpSpPr>
        <a:xfrm>
          <a:off x="0" y="0"/>
          <a:ext cx="0" cy="0"/>
          <a:chOff x="0" y="0"/>
          <a:chExt cx="0" cy="0"/>
        </a:xfrm>
      </p:grpSpPr>
      <p:sp>
        <p:nvSpPr>
          <p:cNvPr id="1682" name="Google Shape;1682;g3123099a929_0_9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3" name="Google Shape;1683;g3123099a929_0_9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5" name="Shape 1685"/>
        <p:cNvGrpSpPr/>
        <p:nvPr/>
      </p:nvGrpSpPr>
      <p:grpSpPr>
        <a:xfrm>
          <a:off x="0" y="0"/>
          <a:ext cx="0" cy="0"/>
          <a:chOff x="0" y="0"/>
          <a:chExt cx="0" cy="0"/>
        </a:xfrm>
      </p:grpSpPr>
      <p:sp>
        <p:nvSpPr>
          <p:cNvPr id="1686" name="Google Shape;1686;g3123099a929_0_9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7" name="Google Shape;1687;g3123099a929_0_9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1" name="Shape 1711"/>
        <p:cNvGrpSpPr/>
        <p:nvPr/>
      </p:nvGrpSpPr>
      <p:grpSpPr>
        <a:xfrm>
          <a:off x="0" y="0"/>
          <a:ext cx="0" cy="0"/>
          <a:chOff x="0" y="0"/>
          <a:chExt cx="0" cy="0"/>
        </a:xfrm>
      </p:grpSpPr>
      <p:sp>
        <p:nvSpPr>
          <p:cNvPr id="1712" name="Google Shape;1712;g2f0136018fe_0_2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3" name="Google Shape;1713;g2f0136018fe_0_2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6" name="Shape 1716"/>
        <p:cNvGrpSpPr/>
        <p:nvPr/>
      </p:nvGrpSpPr>
      <p:grpSpPr>
        <a:xfrm>
          <a:off x="0" y="0"/>
          <a:ext cx="0" cy="0"/>
          <a:chOff x="0" y="0"/>
          <a:chExt cx="0" cy="0"/>
        </a:xfrm>
      </p:grpSpPr>
      <p:sp>
        <p:nvSpPr>
          <p:cNvPr id="1717" name="Google Shape;1717;g2ec649b3119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8" name="Google Shape;1718;g2ec649b3119_0_1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2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5.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5.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5.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45706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4580627" y="18235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45707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4572000" y="28820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6058325" y="3097550"/>
            <a:ext cx="3095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104" name="Google Shape;104;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5" name="Shape 105"/>
        <p:cNvGrpSpPr/>
        <p:nvPr/>
      </p:nvGrpSpPr>
      <p:grpSpPr>
        <a:xfrm>
          <a:off x="0" y="0"/>
          <a:ext cx="0" cy="0"/>
          <a:chOff x="0" y="0"/>
          <a:chExt cx="0" cy="0"/>
        </a:xfrm>
      </p:grpSpPr>
      <p:sp>
        <p:nvSpPr>
          <p:cNvPr id="106" name="Google Shape;106;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7" name="Google Shape;107;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9" name="Shape 109"/>
        <p:cNvGrpSpPr/>
        <p:nvPr/>
      </p:nvGrpSpPr>
      <p:grpSpPr>
        <a:xfrm>
          <a:off x="0" y="0"/>
          <a:ext cx="0" cy="0"/>
          <a:chOff x="0" y="0"/>
          <a:chExt cx="0" cy="0"/>
        </a:xfrm>
      </p:grpSpPr>
      <p:sp>
        <p:nvSpPr>
          <p:cNvPr id="110" name="Google Shape;110;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1" name="Google Shape;111;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3" name="Google Shape;113;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4" name="Shape 114"/>
        <p:cNvGrpSpPr/>
        <p:nvPr/>
      </p:nvGrpSpPr>
      <p:grpSpPr>
        <a:xfrm>
          <a:off x="0" y="0"/>
          <a:ext cx="0" cy="0"/>
          <a:chOff x="0" y="0"/>
          <a:chExt cx="0" cy="0"/>
        </a:xfrm>
      </p:grpSpPr>
      <p:sp>
        <p:nvSpPr>
          <p:cNvPr id="115" name="Google Shape;115;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6" name="Google Shape;116;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7" name="Google Shape;117;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 name="Google Shape;118;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9" name="Google Shape;119;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20" name="Shape 120"/>
        <p:cNvGrpSpPr/>
        <p:nvPr/>
      </p:nvGrpSpPr>
      <p:grpSpPr>
        <a:xfrm>
          <a:off x="0" y="0"/>
          <a:ext cx="0" cy="0"/>
          <a:chOff x="0" y="0"/>
          <a:chExt cx="0" cy="0"/>
        </a:xfrm>
      </p:grpSpPr>
      <p:sp>
        <p:nvSpPr>
          <p:cNvPr id="121" name="Google Shape;121;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2" name="Google Shape;122;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3" name="Google Shape;123;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 name="Google Shape;124;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5" name="Shape 125"/>
        <p:cNvGrpSpPr/>
        <p:nvPr/>
      </p:nvGrpSpPr>
      <p:grpSpPr>
        <a:xfrm>
          <a:off x="0" y="0"/>
          <a:ext cx="0" cy="0"/>
          <a:chOff x="0" y="0"/>
          <a:chExt cx="0" cy="0"/>
        </a:xfrm>
      </p:grpSpPr>
      <p:sp>
        <p:nvSpPr>
          <p:cNvPr id="126" name="Google Shape;126;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7" name="Google Shape;127;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8" name="Google Shape;128;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30" name="Shape 130"/>
        <p:cNvGrpSpPr/>
        <p:nvPr/>
      </p:nvGrpSpPr>
      <p:grpSpPr>
        <a:xfrm>
          <a:off x="0" y="0"/>
          <a:ext cx="0" cy="0"/>
          <a:chOff x="0" y="0"/>
          <a:chExt cx="0" cy="0"/>
        </a:xfrm>
      </p:grpSpPr>
      <p:sp>
        <p:nvSpPr>
          <p:cNvPr id="131" name="Google Shape;131;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2" name="Google Shape;132;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3" name="Shape 133"/>
        <p:cNvGrpSpPr/>
        <p:nvPr/>
      </p:nvGrpSpPr>
      <p:grpSpPr>
        <a:xfrm>
          <a:off x="0" y="0"/>
          <a:ext cx="0" cy="0"/>
          <a:chOff x="0" y="0"/>
          <a:chExt cx="0" cy="0"/>
        </a:xfrm>
      </p:grpSpPr>
      <p:sp>
        <p:nvSpPr>
          <p:cNvPr id="134" name="Google Shape;134;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5" name="Google Shape;135;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6" name="Shape 136"/>
        <p:cNvGrpSpPr/>
        <p:nvPr/>
      </p:nvGrpSpPr>
      <p:grpSpPr>
        <a:xfrm>
          <a:off x="0" y="0"/>
          <a:ext cx="0" cy="0"/>
          <a:chOff x="0" y="0"/>
          <a:chExt cx="0" cy="0"/>
        </a:xfrm>
      </p:grpSpPr>
      <p:sp>
        <p:nvSpPr>
          <p:cNvPr id="137" name="Google Shape;137;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8" name="Google Shape;138;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9" name="Shape 139"/>
        <p:cNvGrpSpPr/>
        <p:nvPr/>
      </p:nvGrpSpPr>
      <p:grpSpPr>
        <a:xfrm>
          <a:off x="0" y="0"/>
          <a:ext cx="0" cy="0"/>
          <a:chOff x="0" y="0"/>
          <a:chExt cx="0" cy="0"/>
        </a:xfrm>
      </p:grpSpPr>
      <p:pic>
        <p:nvPicPr>
          <p:cNvPr id="140" name="Google Shape;140;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1" name="Google Shape;141;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a:t>
            </a:r>
            <a:r>
              <a:rPr lang="en" sz="4000">
                <a:solidFill>
                  <a:schemeClr val="lt1"/>
                </a:solidFill>
                <a:latin typeface="Roboto"/>
                <a:ea typeface="Roboto"/>
                <a:cs typeface="Roboto"/>
                <a:sym typeface="Roboto"/>
              </a:rPr>
              <a:t>U</a:t>
            </a:r>
            <a:r>
              <a:rPr b="0" i="0" lang="en" sz="4000" u="none" cap="none" strike="noStrike">
                <a:solidFill>
                  <a:schemeClr val="lt1"/>
                </a:solidFill>
                <a:latin typeface="Roboto"/>
                <a:ea typeface="Roboto"/>
                <a:cs typeface="Roboto"/>
                <a:sym typeface="Roboto"/>
              </a:rPr>
              <a:t>p!</a:t>
            </a:r>
            <a:endParaRPr b="0" i="0" sz="4000" u="none" cap="none" strike="noStrike">
              <a:solidFill>
                <a:schemeClr val="lt1"/>
              </a:solidFill>
              <a:latin typeface="Roboto"/>
              <a:ea typeface="Roboto"/>
              <a:cs typeface="Roboto"/>
              <a:sym typeface="Roboto"/>
            </a:endParaRPr>
          </a:p>
        </p:txBody>
      </p:sp>
      <p:sp>
        <p:nvSpPr>
          <p:cNvPr id="142" name="Google Shape;142;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3" name="Shape 143"/>
        <p:cNvGrpSpPr/>
        <p:nvPr/>
      </p:nvGrpSpPr>
      <p:grpSpPr>
        <a:xfrm>
          <a:off x="0" y="0"/>
          <a:ext cx="0" cy="0"/>
          <a:chOff x="0" y="0"/>
          <a:chExt cx="0" cy="0"/>
        </a:xfrm>
      </p:grpSpPr>
      <p:pic>
        <p:nvPicPr>
          <p:cNvPr id="144" name="Google Shape;144;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5" name="Google Shape;145;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6" name="Google Shape;146;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7" name="Shape 147"/>
        <p:cNvGrpSpPr/>
        <p:nvPr/>
      </p:nvGrpSpPr>
      <p:grpSpPr>
        <a:xfrm>
          <a:off x="0" y="0"/>
          <a:ext cx="0" cy="0"/>
          <a:chOff x="0" y="0"/>
          <a:chExt cx="0" cy="0"/>
        </a:xfrm>
      </p:grpSpPr>
      <p:pic>
        <p:nvPicPr>
          <p:cNvPr id="148" name="Google Shape;148;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9" name="Google Shape;149;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50"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2" name="Google Shape;152;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3" name="Shape 153"/>
        <p:cNvGrpSpPr/>
        <p:nvPr/>
      </p:nvGrpSpPr>
      <p:grpSpPr>
        <a:xfrm>
          <a:off x="0" y="0"/>
          <a:ext cx="0" cy="0"/>
          <a:chOff x="0" y="0"/>
          <a:chExt cx="0" cy="0"/>
        </a:xfrm>
      </p:grpSpPr>
      <p:pic>
        <p:nvPicPr>
          <p:cNvPr id="154" name="Google Shape;154;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5" name="Google Shape;155;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a:t>
            </a:r>
            <a:r>
              <a:rPr lang="en" sz="4000">
                <a:solidFill>
                  <a:schemeClr val="lt1"/>
                </a:solidFill>
                <a:latin typeface="Roboto"/>
                <a:ea typeface="Roboto"/>
                <a:cs typeface="Roboto"/>
                <a:sym typeface="Roboto"/>
              </a:rPr>
              <a:t>R</a:t>
            </a:r>
            <a:r>
              <a:rPr b="0" i="0" lang="en" sz="4000" u="none" cap="none" strike="noStrike">
                <a:solidFill>
                  <a:schemeClr val="lt1"/>
                </a:solidFill>
                <a:latin typeface="Roboto"/>
                <a:ea typeface="Roboto"/>
                <a:cs typeface="Roboto"/>
                <a:sym typeface="Roboto"/>
              </a:rPr>
              <a:t>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6" name="Shape 156"/>
        <p:cNvGrpSpPr/>
        <p:nvPr/>
      </p:nvGrpSpPr>
      <p:grpSpPr>
        <a:xfrm>
          <a:off x="0" y="0"/>
          <a:ext cx="0" cy="0"/>
          <a:chOff x="0" y="0"/>
          <a:chExt cx="0" cy="0"/>
        </a:xfrm>
      </p:grpSpPr>
      <p:pic>
        <p:nvPicPr>
          <p:cNvPr id="157" name="Google Shape;157;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8" name="Google Shape;158;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9" name="Google Shape;159;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60" name="Shape 160"/>
        <p:cNvGrpSpPr/>
        <p:nvPr/>
      </p:nvGrpSpPr>
      <p:grpSpPr>
        <a:xfrm>
          <a:off x="0" y="0"/>
          <a:ext cx="0" cy="0"/>
          <a:chOff x="0" y="0"/>
          <a:chExt cx="0" cy="0"/>
        </a:xfrm>
      </p:grpSpPr>
      <p:sp>
        <p:nvSpPr>
          <p:cNvPr id="161" name="Google Shape;161;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2" name="Google Shape;162;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3" name="Google Shape;163;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4" name="Shape 164"/>
        <p:cNvGrpSpPr/>
        <p:nvPr/>
      </p:nvGrpSpPr>
      <p:grpSpPr>
        <a:xfrm>
          <a:off x="0" y="0"/>
          <a:ext cx="0" cy="0"/>
          <a:chOff x="0" y="0"/>
          <a:chExt cx="0" cy="0"/>
        </a:xfrm>
      </p:grpSpPr>
      <p:sp>
        <p:nvSpPr>
          <p:cNvPr id="165" name="Google Shape;165;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a:t>
            </a:r>
            <a:r>
              <a:rPr lang="en" sz="4000">
                <a:solidFill>
                  <a:schemeClr val="lt1"/>
                </a:solidFill>
                <a:latin typeface="Roboto"/>
                <a:ea typeface="Roboto"/>
                <a:cs typeface="Roboto"/>
                <a:sym typeface="Roboto"/>
              </a:rPr>
              <a:t>Y</a:t>
            </a:r>
            <a:r>
              <a:rPr b="0" i="0" lang="en" sz="4000" u="none" cap="none" strike="noStrike">
                <a:solidFill>
                  <a:schemeClr val="lt1"/>
                </a:solidFill>
                <a:latin typeface="Roboto"/>
                <a:ea typeface="Roboto"/>
                <a:cs typeface="Roboto"/>
                <a:sym typeface="Roboto"/>
              </a:rPr>
              <a:t>ou</a:t>
            </a:r>
            <a:endParaRPr b="0" i="0" sz="4000" u="none" cap="none" strike="noStrike">
              <a:solidFill>
                <a:schemeClr val="lt1"/>
              </a:solidFill>
              <a:latin typeface="Roboto"/>
              <a:ea typeface="Roboto"/>
              <a:cs typeface="Roboto"/>
              <a:sym typeface="Roboto"/>
            </a:endParaRPr>
          </a:p>
        </p:txBody>
      </p:sp>
      <p:pic>
        <p:nvPicPr>
          <p:cNvPr id="166" name="Google Shape;166;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7" name="Shape 167"/>
        <p:cNvGrpSpPr/>
        <p:nvPr/>
      </p:nvGrpSpPr>
      <p:grpSpPr>
        <a:xfrm>
          <a:off x="0" y="0"/>
          <a:ext cx="0" cy="0"/>
          <a:chOff x="0" y="0"/>
          <a:chExt cx="0" cy="0"/>
        </a:xfrm>
      </p:grpSpPr>
      <p:sp>
        <p:nvSpPr>
          <p:cNvPr id="168" name="Google Shape;168;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9" name="Google Shape;169;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70" name="Google Shape;170;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1" name="Google Shape;171;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2" name="Google Shape;172;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4" name="Google Shape;174;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5" name="Google Shape;175;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6" name="Google Shape;176;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7" name="Shape 177"/>
        <p:cNvGrpSpPr/>
        <p:nvPr/>
      </p:nvGrpSpPr>
      <p:grpSpPr>
        <a:xfrm>
          <a:off x="0" y="0"/>
          <a:ext cx="0" cy="0"/>
          <a:chOff x="0" y="0"/>
          <a:chExt cx="0" cy="0"/>
        </a:xfrm>
      </p:grpSpPr>
      <p:sp>
        <p:nvSpPr>
          <p:cNvPr id="178" name="Google Shape;178;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9" name="Google Shape;179;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1" name="Google Shape;181;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2" name="Shape 182"/>
        <p:cNvGrpSpPr/>
        <p:nvPr/>
      </p:nvGrpSpPr>
      <p:grpSpPr>
        <a:xfrm>
          <a:off x="0" y="0"/>
          <a:ext cx="0" cy="0"/>
          <a:chOff x="0" y="0"/>
          <a:chExt cx="0" cy="0"/>
        </a:xfrm>
      </p:grpSpPr>
      <p:sp>
        <p:nvSpPr>
          <p:cNvPr id="183" name="Google Shape;183;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4" name="Shape 184"/>
        <p:cNvGrpSpPr/>
        <p:nvPr/>
      </p:nvGrpSpPr>
      <p:grpSpPr>
        <a:xfrm>
          <a:off x="0" y="0"/>
          <a:ext cx="0" cy="0"/>
          <a:chOff x="0" y="0"/>
          <a:chExt cx="0" cy="0"/>
        </a:xfrm>
      </p:grpSpPr>
      <p:cxnSp>
        <p:nvCxnSpPr>
          <p:cNvPr id="185" name="Google Shape;185;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6" name="Google Shape;186;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8" name="Google Shape;188;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9" name="Google Shape;189;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90" name="Shape 190"/>
        <p:cNvGrpSpPr/>
        <p:nvPr/>
      </p:nvGrpSpPr>
      <p:grpSpPr>
        <a:xfrm>
          <a:off x="0" y="0"/>
          <a:ext cx="0" cy="0"/>
          <a:chOff x="0" y="0"/>
          <a:chExt cx="0" cy="0"/>
        </a:xfrm>
      </p:grpSpPr>
      <p:cxnSp>
        <p:nvCxnSpPr>
          <p:cNvPr id="191" name="Google Shape;191;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2" name="Google Shape;192;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3" name="Google Shape;193;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4" name="Google Shape;194;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5" name="Google Shape;195;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5" name="Google Shape;205;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9" name="Google Shape;209;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10" name="Google Shape;210;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1" name="Shape 211"/>
        <p:cNvGrpSpPr/>
        <p:nvPr/>
      </p:nvGrpSpPr>
      <p:grpSpPr>
        <a:xfrm>
          <a:off x="0" y="0"/>
          <a:ext cx="0" cy="0"/>
          <a:chOff x="0" y="0"/>
          <a:chExt cx="0" cy="0"/>
        </a:xfrm>
      </p:grpSpPr>
      <p:cxnSp>
        <p:nvCxnSpPr>
          <p:cNvPr id="212" name="Google Shape;212;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3" name="Google Shape;213;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4" name="Google Shape;214;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5" name="Google Shape;215;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6" name="Google Shape;216;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7" name="Shape 217"/>
        <p:cNvGrpSpPr/>
        <p:nvPr/>
      </p:nvGrpSpPr>
      <p:grpSpPr>
        <a:xfrm>
          <a:off x="0" y="0"/>
          <a:ext cx="0" cy="0"/>
          <a:chOff x="0" y="0"/>
          <a:chExt cx="0" cy="0"/>
        </a:xfrm>
      </p:grpSpPr>
      <p:cxnSp>
        <p:nvCxnSpPr>
          <p:cNvPr id="218" name="Google Shape;218;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9" name="Google Shape;219;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 name="Google Shape;220;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1" name="Google Shape;221;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1" name="Google Shape;231;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5" name="Google Shape;235;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6" name="Google Shape;236;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7" name="Google Shape;237;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8" name="Shape 238"/>
        <p:cNvGrpSpPr/>
        <p:nvPr/>
      </p:nvGrpSpPr>
      <p:grpSpPr>
        <a:xfrm>
          <a:off x="0" y="0"/>
          <a:ext cx="0" cy="0"/>
          <a:chOff x="0" y="0"/>
          <a:chExt cx="0" cy="0"/>
        </a:xfrm>
      </p:grpSpPr>
      <p:sp>
        <p:nvSpPr>
          <p:cNvPr id="239" name="Google Shape;239;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9" name="Google Shape;249;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50" name="Google Shape;250;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1" name="Google Shape;251;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2" name="Google Shape;252;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3" name="Google Shape;253;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4" name="Google Shape;254;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3" name="Google Shape;263;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4" name="Shape 264"/>
        <p:cNvGrpSpPr/>
        <p:nvPr/>
      </p:nvGrpSpPr>
      <p:grpSpPr>
        <a:xfrm>
          <a:off x="0" y="0"/>
          <a:ext cx="0" cy="0"/>
          <a:chOff x="0" y="0"/>
          <a:chExt cx="0" cy="0"/>
        </a:xfrm>
      </p:grpSpPr>
      <p:sp>
        <p:nvSpPr>
          <p:cNvPr id="265" name="Google Shape;265;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7" name="Google Shape;267;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8" name="Google Shape;268;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9" name="Google Shape;269;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0" name="Google Shape;270;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1" name="Google Shape;271;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2" name="Google Shape;272;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3" name="Google Shape;273;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4" name="Shape 274"/>
        <p:cNvGrpSpPr/>
        <p:nvPr/>
      </p:nvGrpSpPr>
      <p:grpSpPr>
        <a:xfrm>
          <a:off x="0" y="0"/>
          <a:ext cx="0" cy="0"/>
          <a:chOff x="0" y="0"/>
          <a:chExt cx="0" cy="0"/>
        </a:xfrm>
      </p:grpSpPr>
      <p:sp>
        <p:nvSpPr>
          <p:cNvPr id="275" name="Google Shape;275;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7" name="Google Shape;277;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8" name="Google Shape;278;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9" name="Google Shape;279;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80" name="Google Shape;280;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1" name="Google Shape;281;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2" name="Google Shape;282;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3" name="Google Shape;283;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4" name="Shape 284"/>
        <p:cNvGrpSpPr/>
        <p:nvPr/>
      </p:nvGrpSpPr>
      <p:grpSpPr>
        <a:xfrm>
          <a:off x="0" y="0"/>
          <a:ext cx="0" cy="0"/>
          <a:chOff x="0" y="0"/>
          <a:chExt cx="0" cy="0"/>
        </a:xfrm>
      </p:grpSpPr>
      <p:sp>
        <p:nvSpPr>
          <p:cNvPr id="285" name="Google Shape;285;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7" name="Google Shape;287;p40"/>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288" name="Google Shape;288;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9" name="Shape 289"/>
        <p:cNvGrpSpPr/>
        <p:nvPr/>
      </p:nvGrpSpPr>
      <p:grpSpPr>
        <a:xfrm>
          <a:off x="0" y="0"/>
          <a:ext cx="0" cy="0"/>
          <a:chOff x="0" y="0"/>
          <a:chExt cx="0" cy="0"/>
        </a:xfrm>
      </p:grpSpPr>
      <p:sp>
        <p:nvSpPr>
          <p:cNvPr id="290" name="Google Shape;290;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1" name="Google Shape;291;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2" name="Google Shape;292;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3" name="Google Shape;293;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4" name="Shape 294"/>
        <p:cNvGrpSpPr/>
        <p:nvPr/>
      </p:nvGrpSpPr>
      <p:grpSpPr>
        <a:xfrm>
          <a:off x="0" y="0"/>
          <a:ext cx="0" cy="0"/>
          <a:chOff x="0" y="0"/>
          <a:chExt cx="0" cy="0"/>
        </a:xfrm>
      </p:grpSpPr>
      <p:sp>
        <p:nvSpPr>
          <p:cNvPr id="295" name="Google Shape;295;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6" name="Google Shape;296;p42"/>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297" name="Google Shape;297;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8" name="Google Shape;298;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9" name="Shape 299"/>
        <p:cNvGrpSpPr/>
        <p:nvPr/>
      </p:nvGrpSpPr>
      <p:grpSpPr>
        <a:xfrm>
          <a:off x="0" y="0"/>
          <a:ext cx="0" cy="0"/>
          <a:chOff x="0" y="0"/>
          <a:chExt cx="0" cy="0"/>
        </a:xfrm>
      </p:grpSpPr>
      <p:sp>
        <p:nvSpPr>
          <p:cNvPr id="300" name="Google Shape;300;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1" name="Google Shape;301;p43"/>
          <p:cNvGrpSpPr/>
          <p:nvPr/>
        </p:nvGrpSpPr>
        <p:grpSpPr>
          <a:xfrm>
            <a:off x="1074625" y="2258150"/>
            <a:ext cx="1473491" cy="980288"/>
            <a:chOff x="1074625" y="2258150"/>
            <a:chExt cx="1473491" cy="980288"/>
          </a:xfrm>
        </p:grpSpPr>
        <p:sp>
          <p:nvSpPr>
            <p:cNvPr id="302" name="Google Shape;302;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4" name="Google Shape;304;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5" name="Google Shape;305;p43"/>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306" name="Google Shape;306;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7" name="Shape 307"/>
        <p:cNvGrpSpPr/>
        <p:nvPr/>
      </p:nvGrpSpPr>
      <p:grpSpPr>
        <a:xfrm>
          <a:off x="0" y="0"/>
          <a:ext cx="0" cy="0"/>
          <a:chOff x="0" y="0"/>
          <a:chExt cx="0" cy="0"/>
        </a:xfrm>
      </p:grpSpPr>
      <p:sp>
        <p:nvSpPr>
          <p:cNvPr id="308" name="Google Shape;308;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9" name="Google Shape;309;p44"/>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310" name="Google Shape;310;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1" name="Google Shape;311;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2" name="Shape 312"/>
        <p:cNvGrpSpPr/>
        <p:nvPr/>
      </p:nvGrpSpPr>
      <p:grpSpPr>
        <a:xfrm>
          <a:off x="0" y="0"/>
          <a:ext cx="0" cy="0"/>
          <a:chOff x="0" y="0"/>
          <a:chExt cx="0" cy="0"/>
        </a:xfrm>
      </p:grpSpPr>
      <p:sp>
        <p:nvSpPr>
          <p:cNvPr id="313" name="Google Shape;313;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8" name="Google Shape;318;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9" name="Shape 319"/>
        <p:cNvGrpSpPr/>
        <p:nvPr/>
      </p:nvGrpSpPr>
      <p:grpSpPr>
        <a:xfrm>
          <a:off x="0" y="0"/>
          <a:ext cx="0" cy="0"/>
          <a:chOff x="0" y="0"/>
          <a:chExt cx="0" cy="0"/>
        </a:xfrm>
      </p:grpSpPr>
      <p:sp>
        <p:nvSpPr>
          <p:cNvPr id="320" name="Google Shape;320;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1" name="Google Shape;321;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2" name="Google Shape;322;p46"/>
          <p:cNvGrpSpPr/>
          <p:nvPr/>
        </p:nvGrpSpPr>
        <p:grpSpPr>
          <a:xfrm>
            <a:off x="3972318" y="1206125"/>
            <a:ext cx="1051285" cy="920372"/>
            <a:chOff x="587700" y="-13400"/>
            <a:chExt cx="5735325" cy="5021125"/>
          </a:xfrm>
        </p:grpSpPr>
        <p:sp>
          <p:nvSpPr>
            <p:cNvPr id="323" name="Google Shape;323;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8" name="Google Shape;328;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9" name="Google Shape;329;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0"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31" name="Shape 331"/>
        <p:cNvGrpSpPr/>
        <p:nvPr/>
      </p:nvGrpSpPr>
      <p:grpSpPr>
        <a:xfrm>
          <a:off x="0" y="0"/>
          <a:ext cx="0" cy="0"/>
          <a:chOff x="0" y="0"/>
          <a:chExt cx="0" cy="0"/>
        </a:xfrm>
      </p:grpSpPr>
      <p:sp>
        <p:nvSpPr>
          <p:cNvPr id="332" name="Google Shape;332;p4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3" name="Google Shape;333;p48"/>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334" name="Google Shape;33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1 1 1">
  <p:cSld name="CUSTOM_22_1_1_1">
    <p:bg>
      <p:bgPr>
        <a:solidFill>
          <a:schemeClr val="lt2"/>
        </a:solidFill>
      </p:bgPr>
    </p:bg>
    <p:spTree>
      <p:nvGrpSpPr>
        <p:cNvPr id="335" name="Shape 335"/>
        <p:cNvGrpSpPr/>
        <p:nvPr/>
      </p:nvGrpSpPr>
      <p:grpSpPr>
        <a:xfrm>
          <a:off x="0" y="0"/>
          <a:ext cx="0" cy="0"/>
          <a:chOff x="0" y="0"/>
          <a:chExt cx="0" cy="0"/>
        </a:xfrm>
      </p:grpSpPr>
      <p:pic>
        <p:nvPicPr>
          <p:cNvPr id="336" name="Google Shape;336;p49"/>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37" name="Google Shape;337;p49"/>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38" name="Google Shape;338;p49"/>
          <p:cNvSpPr/>
          <p:nvPr/>
        </p:nvSpPr>
        <p:spPr>
          <a:xfrm flipH="1" rot="10800000">
            <a:off x="688800" y="692100"/>
            <a:ext cx="7766400" cy="3759300"/>
          </a:xfrm>
          <a:prstGeom prst="bracePair">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39" name="Google Shape;339;p49"/>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9"/>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Clr>
                <a:schemeClr val="dk2"/>
              </a:buClr>
              <a:buSzPts val="3400"/>
              <a:buNone/>
              <a:defRPr sz="3400">
                <a:solidFill>
                  <a:schemeClr val="dk2"/>
                </a:solidFill>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341" name="Shape 341"/>
        <p:cNvGrpSpPr/>
        <p:nvPr/>
      </p:nvGrpSpPr>
      <p:grpSpPr>
        <a:xfrm>
          <a:off x="0" y="0"/>
          <a:ext cx="0" cy="0"/>
          <a:chOff x="0" y="0"/>
          <a:chExt cx="0" cy="0"/>
        </a:xfrm>
      </p:grpSpPr>
      <p:sp>
        <p:nvSpPr>
          <p:cNvPr id="342" name="Google Shape;342;p50"/>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3" name="Google Shape;343;p50"/>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4" name="Google Shape;344;p50"/>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45" name="Google Shape;345;p50"/>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46" name="Google Shape;346;p50"/>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7" name="Google Shape;347;p50"/>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24">
    <p:spTree>
      <p:nvGrpSpPr>
        <p:cNvPr id="348" name="Shape 348"/>
        <p:cNvGrpSpPr/>
        <p:nvPr/>
      </p:nvGrpSpPr>
      <p:grpSpPr>
        <a:xfrm>
          <a:off x="0" y="0"/>
          <a:ext cx="0" cy="0"/>
          <a:chOff x="0" y="0"/>
          <a:chExt cx="0" cy="0"/>
        </a:xfrm>
      </p:grpSpPr>
      <p:sp>
        <p:nvSpPr>
          <p:cNvPr id="349" name="Google Shape;349;p5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2">
  <p:cSld name="CUSTOM_2_7_2_5">
    <p:spTree>
      <p:nvGrpSpPr>
        <p:cNvPr id="350" name="Shape 350"/>
        <p:cNvGrpSpPr/>
        <p:nvPr/>
      </p:nvGrpSpPr>
      <p:grpSpPr>
        <a:xfrm>
          <a:off x="0" y="0"/>
          <a:ext cx="0" cy="0"/>
          <a:chOff x="0" y="0"/>
          <a:chExt cx="0" cy="0"/>
        </a:xfrm>
      </p:grpSpPr>
      <p:sp>
        <p:nvSpPr>
          <p:cNvPr id="351" name="Google Shape;351;p52"/>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2" name="Google Shape;352;p52"/>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53" name="Google Shape;353;p52"/>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54" name="Google Shape;354;p52"/>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55" name="Google Shape;355;p52"/>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56" name="Google Shape;356;p52"/>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7" name="Google Shape;357;p52"/>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Only">
  <p:cSld name="CUSTOM_2_7_2_6">
    <p:spTree>
      <p:nvGrpSpPr>
        <p:cNvPr id="358" name="Shape 358"/>
        <p:cNvGrpSpPr/>
        <p:nvPr/>
      </p:nvGrpSpPr>
      <p:grpSpPr>
        <a:xfrm>
          <a:off x="0" y="0"/>
          <a:ext cx="0" cy="0"/>
          <a:chOff x="0" y="0"/>
          <a:chExt cx="0" cy="0"/>
        </a:xfrm>
      </p:grpSpPr>
      <p:sp>
        <p:nvSpPr>
          <p:cNvPr id="359" name="Google Shape;359;p53"/>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0" name="Google Shape;360;p53"/>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61" name="Google Shape;361;p53"/>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62" name="Google Shape;362;p53"/>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63" name="Google Shape;363;p53"/>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64" name="Google Shape;364;p53"/>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5" name="Google Shape;365;p53"/>
          <p:cNvSpPr txBox="1"/>
          <p:nvPr>
            <p:ph idx="3" type="body"/>
          </p:nvPr>
        </p:nvSpPr>
        <p:spPr>
          <a:xfrm>
            <a:off x="175" y="1284250"/>
            <a:ext cx="9144000" cy="34074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366" name="Shape 366"/>
        <p:cNvGrpSpPr/>
        <p:nvPr/>
      </p:nvGrpSpPr>
      <p:grpSpPr>
        <a:xfrm>
          <a:off x="0" y="0"/>
          <a:ext cx="0" cy="0"/>
          <a:chOff x="0" y="0"/>
          <a:chExt cx="0" cy="0"/>
        </a:xfrm>
      </p:grpSpPr>
      <p:sp>
        <p:nvSpPr>
          <p:cNvPr id="367" name="Google Shape;367;p54"/>
          <p:cNvSpPr txBox="1"/>
          <p:nvPr>
            <p:ph idx="1" type="body"/>
          </p:nvPr>
        </p:nvSpPr>
        <p:spPr>
          <a:xfrm>
            <a:off x="590350" y="1121725"/>
            <a:ext cx="7933800" cy="33861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368" name="Google Shape;368;p5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marR="0" rtl="0" algn="r">
              <a:lnSpc>
                <a:spcPct val="100000"/>
              </a:lnSpc>
              <a:spcBef>
                <a:spcPts val="0"/>
              </a:spcBef>
              <a:spcAft>
                <a:spcPts val="0"/>
              </a:spcAft>
              <a:buClr>
                <a:srgbClr val="000000"/>
              </a:buClr>
              <a:buSzPts val="900"/>
              <a:buFont typeface="Arial"/>
              <a:buNone/>
            </a:pPr>
            <a:r>
              <a:t/>
            </a:r>
            <a:endParaRPr b="0" i="0" sz="900" u="none" cap="none" strike="noStrike">
              <a:solidFill>
                <a:srgbClr val="2E5E73"/>
              </a:solidFill>
              <a:latin typeface="Roboto"/>
              <a:ea typeface="Roboto"/>
              <a:cs typeface="Roboto"/>
              <a:sym typeface="Roboto"/>
            </a:endParaRPr>
          </a:p>
        </p:txBody>
      </p:sp>
      <p:sp>
        <p:nvSpPr>
          <p:cNvPr id="369" name="Google Shape;369;p54"/>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0" name="Google Shape;370;p54"/>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7">
    <p:bg>
      <p:bgPr>
        <a:solidFill>
          <a:srgbClr val="FFFFFF"/>
        </a:solidFill>
      </p:bgPr>
    </p:bg>
    <p:spTree>
      <p:nvGrpSpPr>
        <p:cNvPr id="371" name="Shape 371"/>
        <p:cNvGrpSpPr/>
        <p:nvPr/>
      </p:nvGrpSpPr>
      <p:grpSpPr>
        <a:xfrm>
          <a:off x="0" y="0"/>
          <a:ext cx="0" cy="0"/>
          <a:chOff x="0" y="0"/>
          <a:chExt cx="0" cy="0"/>
        </a:xfrm>
      </p:grpSpPr>
      <p:sp>
        <p:nvSpPr>
          <p:cNvPr id="372" name="Google Shape;372;p55"/>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55"/>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4" name="Google Shape;374;p55"/>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75" name="Google Shape;375;p55"/>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55"/>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7" name="Google Shape;377;p55"/>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Roboto"/>
              <a:ea typeface="Roboto"/>
              <a:cs typeface="Roboto"/>
              <a:sym typeface="Roboto"/>
            </a:endParaRPr>
          </a:p>
        </p:txBody>
      </p:sp>
      <p:sp>
        <p:nvSpPr>
          <p:cNvPr id="378" name="Google Shape;378;p55"/>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55"/>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80" name="Google Shape;380;p55"/>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Roboto Medium"/>
              <a:ea typeface="Roboto Medium"/>
              <a:cs typeface="Roboto Medium"/>
              <a:sym typeface="Roboto Medium"/>
            </a:endParaRPr>
          </a:p>
        </p:txBody>
      </p:sp>
      <p:sp>
        <p:nvSpPr>
          <p:cNvPr id="381" name="Google Shape;381;p55"/>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382" name="Google Shape;382;p55"/>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a:ea typeface="Roboto"/>
              <a:cs typeface="Roboto"/>
              <a:sym typeface="Roboto"/>
            </a:endParaRPr>
          </a:p>
        </p:txBody>
      </p:sp>
      <p:sp>
        <p:nvSpPr>
          <p:cNvPr id="383" name="Google Shape;383;p55"/>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84" name="Google Shape;384;p55"/>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p:cSld name="CUSTOM_2_7_2_3">
    <p:spTree>
      <p:nvGrpSpPr>
        <p:cNvPr id="385" name="Shape 385"/>
        <p:cNvGrpSpPr/>
        <p:nvPr/>
      </p:nvGrpSpPr>
      <p:grpSpPr>
        <a:xfrm>
          <a:off x="0" y="0"/>
          <a:ext cx="0" cy="0"/>
          <a:chOff x="0" y="0"/>
          <a:chExt cx="0" cy="0"/>
        </a:xfrm>
      </p:grpSpPr>
      <p:sp>
        <p:nvSpPr>
          <p:cNvPr id="386" name="Google Shape;386;p56"/>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7" name="Google Shape;387;p56"/>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8" name="Google Shape;388;p56"/>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389" name="Google Shape;389;p56"/>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90" name="Google Shape;390;p56"/>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27_1">
    <p:bg>
      <p:bgPr>
        <a:solidFill>
          <a:srgbClr val="FFFFFF"/>
        </a:solidFill>
      </p:bgPr>
    </p:bg>
    <p:spTree>
      <p:nvGrpSpPr>
        <p:cNvPr id="391" name="Shape 391"/>
        <p:cNvGrpSpPr/>
        <p:nvPr/>
      </p:nvGrpSpPr>
      <p:grpSpPr>
        <a:xfrm>
          <a:off x="0" y="0"/>
          <a:ext cx="0" cy="0"/>
          <a:chOff x="0" y="0"/>
          <a:chExt cx="0" cy="0"/>
        </a:xfrm>
      </p:grpSpPr>
      <p:sp>
        <p:nvSpPr>
          <p:cNvPr id="392" name="Google Shape;392;p57"/>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57"/>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4" name="Google Shape;394;p57"/>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95" name="Google Shape;395;p57"/>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57"/>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7" name="Google Shape;397;p57"/>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398" name="Google Shape;398;p57"/>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57"/>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400" name="Google Shape;400;p57"/>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401" name="Google Shape;401;p57"/>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402" name="Google Shape;402;p57"/>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403" name="Google Shape;403;p5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4" name="Google Shape;404;p5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5  1 1">
  <p:cSld name="CUSTOM_21_1_2_1_1">
    <p:spTree>
      <p:nvGrpSpPr>
        <p:cNvPr id="405" name="Shape 405"/>
        <p:cNvGrpSpPr/>
        <p:nvPr/>
      </p:nvGrpSpPr>
      <p:grpSpPr>
        <a:xfrm>
          <a:off x="0" y="0"/>
          <a:ext cx="0" cy="0"/>
          <a:chOff x="0" y="0"/>
          <a:chExt cx="0" cy="0"/>
        </a:xfrm>
      </p:grpSpPr>
      <p:cxnSp>
        <p:nvCxnSpPr>
          <p:cNvPr id="406" name="Google Shape;406;p58"/>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407" name="Google Shape;407;p58"/>
          <p:cNvSpPr/>
          <p:nvPr/>
        </p:nvSpPr>
        <p:spPr>
          <a:xfrm>
            <a:off x="953325" y="2007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8"/>
          <p:cNvSpPr/>
          <p:nvPr/>
        </p:nvSpPr>
        <p:spPr>
          <a:xfrm>
            <a:off x="953325" y="26496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8"/>
          <p:cNvSpPr/>
          <p:nvPr/>
        </p:nvSpPr>
        <p:spPr>
          <a:xfrm>
            <a:off x="953325" y="3343150"/>
            <a:ext cx="7517100" cy="61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8"/>
          <p:cNvSpPr/>
          <p:nvPr/>
        </p:nvSpPr>
        <p:spPr>
          <a:xfrm>
            <a:off x="953325" y="4208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8"/>
          <p:cNvSpPr/>
          <p:nvPr/>
        </p:nvSpPr>
        <p:spPr>
          <a:xfrm>
            <a:off x="953325" y="13654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8"/>
          <p:cNvSpPr/>
          <p:nvPr/>
        </p:nvSpPr>
        <p:spPr>
          <a:xfrm>
            <a:off x="802850" y="13360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413" name="Google Shape;413;p58"/>
          <p:cNvSpPr/>
          <p:nvPr/>
        </p:nvSpPr>
        <p:spPr>
          <a:xfrm>
            <a:off x="802850" y="1977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414" name="Google Shape;414;p58"/>
          <p:cNvSpPr/>
          <p:nvPr/>
        </p:nvSpPr>
        <p:spPr>
          <a:xfrm>
            <a:off x="802850" y="26202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415" name="Google Shape;415;p58"/>
          <p:cNvSpPr/>
          <p:nvPr/>
        </p:nvSpPr>
        <p:spPr>
          <a:xfrm>
            <a:off x="802850" y="34142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416" name="Google Shape;416;p58"/>
          <p:cNvSpPr/>
          <p:nvPr/>
        </p:nvSpPr>
        <p:spPr>
          <a:xfrm>
            <a:off x="802850" y="41649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417" name="Google Shape;417;p58"/>
          <p:cNvSpPr txBox="1"/>
          <p:nvPr>
            <p:ph idx="1" type="subTitle"/>
          </p:nvPr>
        </p:nvSpPr>
        <p:spPr>
          <a:xfrm>
            <a:off x="1224625" y="1357775"/>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8" name="Google Shape;418;p58"/>
          <p:cNvSpPr txBox="1"/>
          <p:nvPr>
            <p:ph idx="2" type="subTitle"/>
          </p:nvPr>
        </p:nvSpPr>
        <p:spPr>
          <a:xfrm>
            <a:off x="1224625" y="20222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9" name="Google Shape;419;p58"/>
          <p:cNvSpPr txBox="1"/>
          <p:nvPr>
            <p:ph idx="3" type="subTitle"/>
          </p:nvPr>
        </p:nvSpPr>
        <p:spPr>
          <a:xfrm>
            <a:off x="1224625" y="26643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0" name="Google Shape;420;p58"/>
          <p:cNvSpPr txBox="1"/>
          <p:nvPr>
            <p:ph idx="4" type="subTitle"/>
          </p:nvPr>
        </p:nvSpPr>
        <p:spPr>
          <a:xfrm>
            <a:off x="1224625" y="3343150"/>
            <a:ext cx="7110300" cy="5580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1" name="Google Shape;421;p58"/>
          <p:cNvSpPr txBox="1"/>
          <p:nvPr>
            <p:ph idx="5" type="subTitle"/>
          </p:nvPr>
        </p:nvSpPr>
        <p:spPr>
          <a:xfrm>
            <a:off x="1224625" y="42309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2" name="Google Shape;422;p5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23" name="Google Shape;423;p58"/>
          <p:cNvSpPr txBox="1"/>
          <p:nvPr>
            <p:ph type="title"/>
          </p:nvPr>
        </p:nvSpPr>
        <p:spPr>
          <a:xfrm>
            <a:off x="6225" y="130125"/>
            <a:ext cx="9144000" cy="393600"/>
          </a:xfrm>
          <a:prstGeom prst="rect">
            <a:avLst/>
          </a:prstGeom>
        </p:spPr>
        <p:txBody>
          <a:bodyPr anchorCtr="0" anchor="t" bIns="91425" lIns="8229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4" name="Google Shape;424;p58"/>
          <p:cNvSpPr txBox="1"/>
          <p:nvPr>
            <p:ph idx="6" type="title"/>
          </p:nvPr>
        </p:nvSpPr>
        <p:spPr>
          <a:xfrm>
            <a:off x="18525" y="478650"/>
            <a:ext cx="9144000" cy="323100"/>
          </a:xfrm>
          <a:prstGeom prst="rect">
            <a:avLst/>
          </a:prstGeom>
        </p:spPr>
        <p:txBody>
          <a:bodyPr anchorCtr="0" anchor="t" bIns="91425" lIns="8229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58"/>
          <p:cNvSpPr/>
          <p:nvPr/>
        </p:nvSpPr>
        <p:spPr>
          <a:xfrm>
            <a:off x="176163" y="229038"/>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6" name="Google Shape;426;p58"/>
          <p:cNvPicPr preferRelativeResize="0"/>
          <p:nvPr/>
        </p:nvPicPr>
        <p:blipFill rotWithShape="1">
          <a:blip r:embed="rId2">
            <a:alphaModFix/>
          </a:blip>
          <a:srcRect b="0" l="0" r="0" t="0"/>
          <a:stretch/>
        </p:blipFill>
        <p:spPr>
          <a:xfrm>
            <a:off x="214076" y="266951"/>
            <a:ext cx="496875" cy="496875"/>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Transition Slide">
  <p:cSld name="CUSTOM_17_2_1_2_3">
    <p:spTree>
      <p:nvGrpSpPr>
        <p:cNvPr id="427" name="Shape 427"/>
        <p:cNvGrpSpPr/>
        <p:nvPr/>
      </p:nvGrpSpPr>
      <p:grpSpPr>
        <a:xfrm>
          <a:off x="0" y="0"/>
          <a:ext cx="0" cy="0"/>
          <a:chOff x="0" y="0"/>
          <a:chExt cx="0" cy="0"/>
        </a:xfrm>
      </p:grpSpPr>
      <p:pic>
        <p:nvPicPr>
          <p:cNvPr id="428" name="Google Shape;428;p59"/>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429" name="Google Shape;429;p59"/>
          <p:cNvSpPr txBox="1"/>
          <p:nvPr>
            <p:ph type="title"/>
          </p:nvPr>
        </p:nvSpPr>
        <p:spPr>
          <a:xfrm>
            <a:off x="237100" y="2088475"/>
            <a:ext cx="8595300" cy="792300"/>
          </a:xfrm>
          <a:prstGeom prst="rect">
            <a:avLst/>
          </a:prstGeom>
        </p:spPr>
        <p:txBody>
          <a:bodyPr anchorCtr="0" anchor="t" bIns="0" lIns="0" spcFirstLastPara="1" rIns="0" wrap="square" tIns="0">
            <a:noAutofit/>
          </a:bodyPr>
          <a:lstStyle>
            <a:lvl1pPr lvl="0" rtl="0" algn="ctr">
              <a:spcBef>
                <a:spcPts val="0"/>
              </a:spcBef>
              <a:spcAft>
                <a:spcPts val="0"/>
              </a:spcAft>
              <a:buNone/>
              <a:defRPr sz="3600">
                <a:latin typeface="Roboto Medium"/>
                <a:ea typeface="Roboto Medium"/>
                <a:cs typeface="Roboto Medium"/>
                <a:sym typeface="Roboto Medium"/>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430" name="Google Shape;430;p59"/>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431" name="Google Shape;431;p59"/>
          <p:cNvSpPr txBox="1"/>
          <p:nvPr>
            <p:ph idx="1"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
  <p:cSld name="CUSTOM_2_1">
    <p:spTree>
      <p:nvGrpSpPr>
        <p:cNvPr id="432" name="Shape 432"/>
        <p:cNvGrpSpPr/>
        <p:nvPr/>
      </p:nvGrpSpPr>
      <p:grpSpPr>
        <a:xfrm>
          <a:off x="0" y="0"/>
          <a:ext cx="0" cy="0"/>
          <a:chOff x="0" y="0"/>
          <a:chExt cx="0" cy="0"/>
        </a:xfrm>
      </p:grpSpPr>
      <p:sp>
        <p:nvSpPr>
          <p:cNvPr id="433" name="Google Shape;433;p6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34" name="Google Shape;434;p6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35" name="Google Shape;435;p6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36" name="Google Shape;436;p6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7" name="Google Shape;437;p6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Numbered 1–3">
  <p:cSld name="CUSTOM_2_7_1_5_2">
    <p:spTree>
      <p:nvGrpSpPr>
        <p:cNvPr id="438" name="Shape 438"/>
        <p:cNvGrpSpPr/>
        <p:nvPr/>
      </p:nvGrpSpPr>
      <p:grpSpPr>
        <a:xfrm>
          <a:off x="0" y="0"/>
          <a:ext cx="0" cy="0"/>
          <a:chOff x="0" y="0"/>
          <a:chExt cx="0" cy="0"/>
        </a:xfrm>
      </p:grpSpPr>
      <p:sp>
        <p:nvSpPr>
          <p:cNvPr id="439" name="Google Shape;439;p6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440" name="Google Shape;440;p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441" name="Google Shape;441;p61"/>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442" name="Google Shape;442;p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443" name="Google Shape;443;p61"/>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444" name="Google Shape;444;p61"/>
          <p:cNvSpPr/>
          <p:nvPr/>
        </p:nvSpPr>
        <p:spPr>
          <a:xfrm flipH="1">
            <a:off x="724275"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61"/>
          <p:cNvSpPr txBox="1"/>
          <p:nvPr>
            <p:ph idx="2" type="subTitle"/>
          </p:nvPr>
        </p:nvSpPr>
        <p:spPr>
          <a:xfrm>
            <a:off x="724275" y="1937825"/>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46" name="Google Shape;446;p61"/>
          <p:cNvGrpSpPr/>
          <p:nvPr/>
        </p:nvGrpSpPr>
        <p:grpSpPr>
          <a:xfrm>
            <a:off x="457181" y="1345103"/>
            <a:ext cx="533372" cy="533480"/>
            <a:chOff x="457200" y="1378813"/>
            <a:chExt cx="695400" cy="695450"/>
          </a:xfrm>
        </p:grpSpPr>
        <p:sp>
          <p:nvSpPr>
            <p:cNvPr id="447" name="Google Shape;447;p61"/>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Light"/>
                  <a:ea typeface="Roboto Light"/>
                  <a:cs typeface="Roboto Light"/>
                  <a:sym typeface="Roboto Light"/>
                </a:rPr>
                <a:t>01</a:t>
              </a:r>
              <a:endParaRPr sz="2100">
                <a:latin typeface="Roboto Light"/>
                <a:ea typeface="Roboto Light"/>
                <a:cs typeface="Roboto Light"/>
                <a:sym typeface="Roboto Light"/>
              </a:endParaRPr>
            </a:p>
          </p:txBody>
        </p:sp>
        <p:sp>
          <p:nvSpPr>
            <p:cNvPr id="448" name="Google Shape;448;p61"/>
            <p:cNvSpPr/>
            <p:nvPr/>
          </p:nvSpPr>
          <p:spPr>
            <a:xfrm rot="10800000">
              <a:off x="634726" y="1885638"/>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 name="Google Shape;449;p61"/>
          <p:cNvGrpSpPr/>
          <p:nvPr/>
        </p:nvGrpSpPr>
        <p:grpSpPr>
          <a:xfrm>
            <a:off x="3228956" y="1345103"/>
            <a:ext cx="533372" cy="533480"/>
            <a:chOff x="457200" y="1378813"/>
            <a:chExt cx="695400" cy="695450"/>
          </a:xfrm>
        </p:grpSpPr>
        <p:sp>
          <p:nvSpPr>
            <p:cNvPr id="450" name="Google Shape;450;p61"/>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02</a:t>
              </a:r>
              <a:endParaRPr sz="2100">
                <a:solidFill>
                  <a:srgbClr val="FFFFFF"/>
                </a:solidFill>
                <a:latin typeface="Roboto Light"/>
                <a:ea typeface="Roboto Light"/>
                <a:cs typeface="Roboto Light"/>
                <a:sym typeface="Roboto Light"/>
              </a:endParaRPr>
            </a:p>
          </p:txBody>
        </p:sp>
        <p:sp>
          <p:nvSpPr>
            <p:cNvPr id="451" name="Google Shape;451;p61"/>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452" name="Google Shape;452;p61"/>
          <p:cNvSpPr/>
          <p:nvPr/>
        </p:nvSpPr>
        <p:spPr>
          <a:xfrm flipH="1">
            <a:off x="3496050"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1"/>
          <p:cNvSpPr txBox="1"/>
          <p:nvPr>
            <p:ph idx="3" type="subTitle"/>
          </p:nvPr>
        </p:nvSpPr>
        <p:spPr>
          <a:xfrm>
            <a:off x="3496050" y="193783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54" name="Google Shape;454;p61"/>
          <p:cNvGrpSpPr/>
          <p:nvPr/>
        </p:nvGrpSpPr>
        <p:grpSpPr>
          <a:xfrm>
            <a:off x="6134081" y="1345853"/>
            <a:ext cx="533372" cy="533480"/>
            <a:chOff x="457200" y="1378813"/>
            <a:chExt cx="695400" cy="695450"/>
          </a:xfrm>
        </p:grpSpPr>
        <p:sp>
          <p:nvSpPr>
            <p:cNvPr id="455" name="Google Shape;455;p61"/>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03</a:t>
              </a:r>
              <a:endParaRPr sz="2100">
                <a:solidFill>
                  <a:srgbClr val="FFFFFF"/>
                </a:solidFill>
                <a:latin typeface="Roboto Light"/>
                <a:ea typeface="Roboto Light"/>
                <a:cs typeface="Roboto Light"/>
                <a:sym typeface="Roboto Light"/>
              </a:endParaRPr>
            </a:p>
          </p:txBody>
        </p:sp>
        <p:sp>
          <p:nvSpPr>
            <p:cNvPr id="456" name="Google Shape;456;p61"/>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457" name="Google Shape;457;p61"/>
          <p:cNvSpPr/>
          <p:nvPr/>
        </p:nvSpPr>
        <p:spPr>
          <a:xfrm flipH="1">
            <a:off x="6401175" y="193852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1"/>
          <p:cNvSpPr txBox="1"/>
          <p:nvPr>
            <p:ph idx="4" type="subTitle"/>
          </p:nvPr>
        </p:nvSpPr>
        <p:spPr>
          <a:xfrm>
            <a:off x="6401175" y="193858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459" name="Google Shape;459;p61"/>
          <p:cNvSpPr txBox="1"/>
          <p:nvPr>
            <p:ph idx="5"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460" name="Shape 460"/>
        <p:cNvGrpSpPr/>
        <p:nvPr/>
      </p:nvGrpSpPr>
      <p:grpSpPr>
        <a:xfrm>
          <a:off x="0" y="0"/>
          <a:ext cx="0" cy="0"/>
          <a:chOff x="0" y="0"/>
          <a:chExt cx="0" cy="0"/>
        </a:xfrm>
      </p:grpSpPr>
      <p:sp>
        <p:nvSpPr>
          <p:cNvPr id="461" name="Google Shape;461;p62"/>
          <p:cNvSpPr txBox="1"/>
          <p:nvPr>
            <p:ph idx="1" type="body"/>
          </p:nvPr>
        </p:nvSpPr>
        <p:spPr>
          <a:xfrm>
            <a:off x="692300" y="1122950"/>
            <a:ext cx="8139900" cy="34458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62" name="Google Shape;462;p6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63" name="Google Shape;463;p6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4" name="Google Shape;464;p6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p:cSld name="CUSTOM_6_1">
    <p:spTree>
      <p:nvGrpSpPr>
        <p:cNvPr id="465" name="Shape 465"/>
        <p:cNvGrpSpPr/>
        <p:nvPr/>
      </p:nvGrpSpPr>
      <p:grpSpPr>
        <a:xfrm>
          <a:off x="0" y="0"/>
          <a:ext cx="0" cy="0"/>
          <a:chOff x="0" y="0"/>
          <a:chExt cx="0" cy="0"/>
        </a:xfrm>
      </p:grpSpPr>
      <p:sp>
        <p:nvSpPr>
          <p:cNvPr id="466" name="Google Shape;466;p63"/>
          <p:cNvSpPr/>
          <p:nvPr>
            <p:ph idx="2" type="pic"/>
          </p:nvPr>
        </p:nvSpPr>
        <p:spPr>
          <a:xfrm>
            <a:off x="5923375" y="150"/>
            <a:ext cx="3220500" cy="5143500"/>
          </a:xfrm>
          <a:prstGeom prst="rect">
            <a:avLst/>
          </a:prstGeom>
          <a:noFill/>
          <a:ln>
            <a:noFill/>
          </a:ln>
        </p:spPr>
      </p:sp>
      <p:sp>
        <p:nvSpPr>
          <p:cNvPr id="467" name="Google Shape;467;p6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68" name="Google Shape;468;p6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9" name="Google Shape;469;p63"/>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_1">
    <p:spTree>
      <p:nvGrpSpPr>
        <p:cNvPr id="470" name="Shape 470"/>
        <p:cNvGrpSpPr/>
        <p:nvPr/>
      </p:nvGrpSpPr>
      <p:grpSpPr>
        <a:xfrm>
          <a:off x="0" y="0"/>
          <a:ext cx="0" cy="0"/>
          <a:chOff x="0" y="0"/>
          <a:chExt cx="0" cy="0"/>
        </a:xfrm>
      </p:grpSpPr>
      <p:sp>
        <p:nvSpPr>
          <p:cNvPr id="471" name="Google Shape;471;p64"/>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2" name="Google Shape;472;p64"/>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473" name="Google Shape;473;p64"/>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474" name="Google Shape;474;p64"/>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
  <p:cSld name="CUSTOM_2_2">
    <p:spTree>
      <p:nvGrpSpPr>
        <p:cNvPr id="475" name="Shape 475"/>
        <p:cNvGrpSpPr/>
        <p:nvPr/>
      </p:nvGrpSpPr>
      <p:grpSpPr>
        <a:xfrm>
          <a:off x="0" y="0"/>
          <a:ext cx="0" cy="0"/>
          <a:chOff x="0" y="0"/>
          <a:chExt cx="0" cy="0"/>
        </a:xfrm>
      </p:grpSpPr>
      <p:sp>
        <p:nvSpPr>
          <p:cNvPr id="476" name="Google Shape;476;p6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77" name="Google Shape;477;p6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78" name="Google Shape;478;p6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79" name="Google Shape;479;p6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0" name="Google Shape;480;p6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
  <p:cSld name="CUSTOM_2_3">
    <p:spTree>
      <p:nvGrpSpPr>
        <p:cNvPr id="481" name="Shape 481"/>
        <p:cNvGrpSpPr/>
        <p:nvPr/>
      </p:nvGrpSpPr>
      <p:grpSpPr>
        <a:xfrm>
          <a:off x="0" y="0"/>
          <a:ext cx="0" cy="0"/>
          <a:chOff x="0" y="0"/>
          <a:chExt cx="0" cy="0"/>
        </a:xfrm>
      </p:grpSpPr>
      <p:sp>
        <p:nvSpPr>
          <p:cNvPr id="482" name="Google Shape;482;p6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83" name="Google Shape;483;p6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84" name="Google Shape;484;p6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85" name="Google Shape;485;p6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6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1">
  <p:cSld name="CUSTOM_27_1_1">
    <p:bg>
      <p:bgPr>
        <a:solidFill>
          <a:srgbClr val="FFFFFF"/>
        </a:solidFill>
      </p:bgPr>
    </p:bg>
    <p:spTree>
      <p:nvGrpSpPr>
        <p:cNvPr id="487" name="Shape 487"/>
        <p:cNvGrpSpPr/>
        <p:nvPr/>
      </p:nvGrpSpPr>
      <p:grpSpPr>
        <a:xfrm>
          <a:off x="0" y="0"/>
          <a:ext cx="0" cy="0"/>
          <a:chOff x="0" y="0"/>
          <a:chExt cx="0" cy="0"/>
        </a:xfrm>
      </p:grpSpPr>
      <p:grpSp>
        <p:nvGrpSpPr>
          <p:cNvPr id="488" name="Google Shape;488;p67"/>
          <p:cNvGrpSpPr/>
          <p:nvPr/>
        </p:nvGrpSpPr>
        <p:grpSpPr>
          <a:xfrm>
            <a:off x="511772" y="1190428"/>
            <a:ext cx="533372" cy="533480"/>
            <a:chOff x="457200" y="1378813"/>
            <a:chExt cx="695400" cy="695450"/>
          </a:xfrm>
        </p:grpSpPr>
        <p:sp>
          <p:nvSpPr>
            <p:cNvPr id="489" name="Google Shape;489;p67"/>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490" name="Google Shape;490;p67"/>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91" name="Google Shape;491;p67"/>
          <p:cNvGrpSpPr/>
          <p:nvPr/>
        </p:nvGrpSpPr>
        <p:grpSpPr>
          <a:xfrm>
            <a:off x="3283547" y="1190428"/>
            <a:ext cx="533372" cy="533480"/>
            <a:chOff x="457200" y="1378813"/>
            <a:chExt cx="695400" cy="695450"/>
          </a:xfrm>
        </p:grpSpPr>
        <p:sp>
          <p:nvSpPr>
            <p:cNvPr id="492" name="Google Shape;492;p67"/>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493" name="Google Shape;493;p67"/>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494" name="Google Shape;494;p67"/>
          <p:cNvGrpSpPr/>
          <p:nvPr/>
        </p:nvGrpSpPr>
        <p:grpSpPr>
          <a:xfrm>
            <a:off x="6188672" y="1191178"/>
            <a:ext cx="533372" cy="533480"/>
            <a:chOff x="457200" y="1378813"/>
            <a:chExt cx="695400" cy="695450"/>
          </a:xfrm>
        </p:grpSpPr>
        <p:sp>
          <p:nvSpPr>
            <p:cNvPr id="495" name="Google Shape;495;p67"/>
            <p:cNvSpPr/>
            <p:nvPr/>
          </p:nvSpPr>
          <p:spPr>
            <a:xfrm>
              <a:off x="457200" y="1378813"/>
              <a:ext cx="695400" cy="621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accent5"/>
                  </a:solidFill>
                  <a:latin typeface="Roboto Light"/>
                  <a:ea typeface="Roboto Light"/>
                  <a:cs typeface="Roboto Light"/>
                  <a:sym typeface="Roboto Light"/>
                </a:rPr>
                <a:t>03</a:t>
              </a:r>
              <a:endParaRPr b="0" i="0" sz="2100" u="none" cap="none" strike="noStrike">
                <a:solidFill>
                  <a:schemeClr val="accent5"/>
                </a:solidFill>
                <a:latin typeface="Roboto Light"/>
                <a:ea typeface="Roboto Light"/>
                <a:cs typeface="Roboto Light"/>
                <a:sym typeface="Roboto Light"/>
              </a:endParaRPr>
            </a:p>
          </p:txBody>
        </p:sp>
        <p:sp>
          <p:nvSpPr>
            <p:cNvPr id="496" name="Google Shape;496;p67"/>
            <p:cNvSpPr/>
            <p:nvPr/>
          </p:nvSpPr>
          <p:spPr>
            <a:xfrm rot="10800000">
              <a:off x="634726" y="1885638"/>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latin typeface="Arial"/>
                <a:ea typeface="Arial"/>
                <a:cs typeface="Arial"/>
                <a:sym typeface="Arial"/>
              </a:endParaRPr>
            </a:p>
          </p:txBody>
        </p:sp>
      </p:grpSp>
      <p:sp>
        <p:nvSpPr>
          <p:cNvPr id="497" name="Google Shape;497;p6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8" name="Google Shape;498;p6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9" name="Google Shape;499;p67"/>
          <p:cNvSpPr/>
          <p:nvPr/>
        </p:nvSpPr>
        <p:spPr>
          <a:xfrm flipH="1">
            <a:off x="5118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67"/>
          <p:cNvSpPr/>
          <p:nvPr/>
        </p:nvSpPr>
        <p:spPr>
          <a:xfrm flipH="1">
            <a:off x="32835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67"/>
          <p:cNvSpPr/>
          <p:nvPr/>
        </p:nvSpPr>
        <p:spPr>
          <a:xfrm flipH="1">
            <a:off x="6188675"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1">
  <p:cSld name="CUSTOM_2_7_2_4">
    <p:spTree>
      <p:nvGrpSpPr>
        <p:cNvPr id="502" name="Shape 502"/>
        <p:cNvGrpSpPr/>
        <p:nvPr/>
      </p:nvGrpSpPr>
      <p:grpSpPr>
        <a:xfrm>
          <a:off x="0" y="0"/>
          <a:ext cx="0" cy="0"/>
          <a:chOff x="0" y="0"/>
          <a:chExt cx="0" cy="0"/>
        </a:xfrm>
      </p:grpSpPr>
      <p:sp>
        <p:nvSpPr>
          <p:cNvPr id="503" name="Google Shape;503;p68"/>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04" name="Google Shape;504;p68"/>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505" name="Google Shape;505;p68"/>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506" name="Google Shape;506;p68"/>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507" name="Google Shape;507;p68"/>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508" name="Google Shape;508;p68"/>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09" name="Google Shape;509;p68"/>
          <p:cNvSpPr txBox="1"/>
          <p:nvPr>
            <p:ph idx="3" type="body"/>
          </p:nvPr>
        </p:nvSpPr>
        <p:spPr>
          <a:xfrm>
            <a:off x="175" y="1284250"/>
            <a:ext cx="9144000" cy="34026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
  <p:cSld name="CUSTOM_2_4">
    <p:spTree>
      <p:nvGrpSpPr>
        <p:cNvPr id="510" name="Shape 510"/>
        <p:cNvGrpSpPr/>
        <p:nvPr/>
      </p:nvGrpSpPr>
      <p:grpSpPr>
        <a:xfrm>
          <a:off x="0" y="0"/>
          <a:ext cx="0" cy="0"/>
          <a:chOff x="0" y="0"/>
          <a:chExt cx="0" cy="0"/>
        </a:xfrm>
      </p:grpSpPr>
      <p:sp>
        <p:nvSpPr>
          <p:cNvPr id="511" name="Google Shape;511;p6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12" name="Google Shape;512;p6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13" name="Google Shape;513;p6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14" name="Google Shape;514;p6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5" name="Google Shape;515;p6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
  <p:cSld name="CUSTOM_2_5">
    <p:spTree>
      <p:nvGrpSpPr>
        <p:cNvPr id="516" name="Shape 516"/>
        <p:cNvGrpSpPr/>
        <p:nvPr/>
      </p:nvGrpSpPr>
      <p:grpSpPr>
        <a:xfrm>
          <a:off x="0" y="0"/>
          <a:ext cx="0" cy="0"/>
          <a:chOff x="0" y="0"/>
          <a:chExt cx="0" cy="0"/>
        </a:xfrm>
      </p:grpSpPr>
      <p:sp>
        <p:nvSpPr>
          <p:cNvPr id="517" name="Google Shape;517;p7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18" name="Google Shape;518;p7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19" name="Google Shape;519;p7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20" name="Google Shape;520;p7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1" name="Google Shape;521;p7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6">
  <p:cSld name="CUSTOM_2_6">
    <p:spTree>
      <p:nvGrpSpPr>
        <p:cNvPr id="522" name="Shape 522"/>
        <p:cNvGrpSpPr/>
        <p:nvPr/>
      </p:nvGrpSpPr>
      <p:grpSpPr>
        <a:xfrm>
          <a:off x="0" y="0"/>
          <a:ext cx="0" cy="0"/>
          <a:chOff x="0" y="0"/>
          <a:chExt cx="0" cy="0"/>
        </a:xfrm>
      </p:grpSpPr>
      <p:sp>
        <p:nvSpPr>
          <p:cNvPr id="523" name="Google Shape;523;p7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24" name="Google Shape;524;p7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25" name="Google Shape;525;p7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26" name="Google Shape;526;p7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7" name="Google Shape;527;p7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7">
  <p:cSld name="CUSTOM_2_7">
    <p:spTree>
      <p:nvGrpSpPr>
        <p:cNvPr id="528" name="Shape 528"/>
        <p:cNvGrpSpPr/>
        <p:nvPr/>
      </p:nvGrpSpPr>
      <p:grpSpPr>
        <a:xfrm>
          <a:off x="0" y="0"/>
          <a:ext cx="0" cy="0"/>
          <a:chOff x="0" y="0"/>
          <a:chExt cx="0" cy="0"/>
        </a:xfrm>
      </p:grpSpPr>
      <p:sp>
        <p:nvSpPr>
          <p:cNvPr id="529" name="Google Shape;529;p7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30" name="Google Shape;530;p7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1" name="Google Shape;531;p7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32" name="Google Shape;532;p7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3" name="Google Shape;533;p7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8">
  <p:cSld name="CUSTOM_2_8">
    <p:spTree>
      <p:nvGrpSpPr>
        <p:cNvPr id="534" name="Shape 534"/>
        <p:cNvGrpSpPr/>
        <p:nvPr/>
      </p:nvGrpSpPr>
      <p:grpSpPr>
        <a:xfrm>
          <a:off x="0" y="0"/>
          <a:ext cx="0" cy="0"/>
          <a:chOff x="0" y="0"/>
          <a:chExt cx="0" cy="0"/>
        </a:xfrm>
      </p:grpSpPr>
      <p:sp>
        <p:nvSpPr>
          <p:cNvPr id="535" name="Google Shape;535;p7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36" name="Google Shape;536;p7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7" name="Google Shape;537;p7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38" name="Google Shape;538;p7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9" name="Google Shape;539;p7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9">
  <p:cSld name="CUSTOM_2_9">
    <p:spTree>
      <p:nvGrpSpPr>
        <p:cNvPr id="540" name="Shape 540"/>
        <p:cNvGrpSpPr/>
        <p:nvPr/>
      </p:nvGrpSpPr>
      <p:grpSpPr>
        <a:xfrm>
          <a:off x="0" y="0"/>
          <a:ext cx="0" cy="0"/>
          <a:chOff x="0" y="0"/>
          <a:chExt cx="0" cy="0"/>
        </a:xfrm>
      </p:grpSpPr>
      <p:sp>
        <p:nvSpPr>
          <p:cNvPr id="541" name="Google Shape;541;p7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2" name="Google Shape;542;p7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43" name="Google Shape;543;p7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44" name="Google Shape;544;p7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5" name="Google Shape;545;p7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0">
  <p:cSld name="CUSTOM_2_10">
    <p:spTree>
      <p:nvGrpSpPr>
        <p:cNvPr id="546" name="Shape 546"/>
        <p:cNvGrpSpPr/>
        <p:nvPr/>
      </p:nvGrpSpPr>
      <p:grpSpPr>
        <a:xfrm>
          <a:off x="0" y="0"/>
          <a:ext cx="0" cy="0"/>
          <a:chOff x="0" y="0"/>
          <a:chExt cx="0" cy="0"/>
        </a:xfrm>
      </p:grpSpPr>
      <p:sp>
        <p:nvSpPr>
          <p:cNvPr id="547" name="Google Shape;547;p7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8" name="Google Shape;548;p7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49" name="Google Shape;549;p7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50" name="Google Shape;550;p7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1" name="Google Shape;551;p7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1">
  <p:cSld name="CUSTOM_2_11">
    <p:spTree>
      <p:nvGrpSpPr>
        <p:cNvPr id="552" name="Shape 552"/>
        <p:cNvGrpSpPr/>
        <p:nvPr/>
      </p:nvGrpSpPr>
      <p:grpSpPr>
        <a:xfrm>
          <a:off x="0" y="0"/>
          <a:ext cx="0" cy="0"/>
          <a:chOff x="0" y="0"/>
          <a:chExt cx="0" cy="0"/>
        </a:xfrm>
      </p:grpSpPr>
      <p:sp>
        <p:nvSpPr>
          <p:cNvPr id="553" name="Google Shape;553;p7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54" name="Google Shape;554;p7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55" name="Google Shape;555;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56" name="Google Shape;556;p7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7" name="Google Shape;557;p7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2">
  <p:cSld name="CUSTOM_2_12">
    <p:spTree>
      <p:nvGrpSpPr>
        <p:cNvPr id="558" name="Shape 558"/>
        <p:cNvGrpSpPr/>
        <p:nvPr/>
      </p:nvGrpSpPr>
      <p:grpSpPr>
        <a:xfrm>
          <a:off x="0" y="0"/>
          <a:ext cx="0" cy="0"/>
          <a:chOff x="0" y="0"/>
          <a:chExt cx="0" cy="0"/>
        </a:xfrm>
      </p:grpSpPr>
      <p:sp>
        <p:nvSpPr>
          <p:cNvPr id="559" name="Google Shape;559;p7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60" name="Google Shape;560;p7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1" name="Google Shape;561;p7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62" name="Google Shape;562;p7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3" name="Google Shape;563;p7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3">
  <p:cSld name="CUSTOM_2_13">
    <p:spTree>
      <p:nvGrpSpPr>
        <p:cNvPr id="564" name="Shape 564"/>
        <p:cNvGrpSpPr/>
        <p:nvPr/>
      </p:nvGrpSpPr>
      <p:grpSpPr>
        <a:xfrm>
          <a:off x="0" y="0"/>
          <a:ext cx="0" cy="0"/>
          <a:chOff x="0" y="0"/>
          <a:chExt cx="0" cy="0"/>
        </a:xfrm>
      </p:grpSpPr>
      <p:sp>
        <p:nvSpPr>
          <p:cNvPr id="565" name="Google Shape;565;p7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66" name="Google Shape;566;p7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7" name="Google Shape;567;p7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68" name="Google Shape;568;p7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9" name="Google Shape;569;p7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4">
  <p:cSld name="CUSTOM_2_14">
    <p:spTree>
      <p:nvGrpSpPr>
        <p:cNvPr id="570" name="Shape 570"/>
        <p:cNvGrpSpPr/>
        <p:nvPr/>
      </p:nvGrpSpPr>
      <p:grpSpPr>
        <a:xfrm>
          <a:off x="0" y="0"/>
          <a:ext cx="0" cy="0"/>
          <a:chOff x="0" y="0"/>
          <a:chExt cx="0" cy="0"/>
        </a:xfrm>
      </p:grpSpPr>
      <p:sp>
        <p:nvSpPr>
          <p:cNvPr id="571" name="Google Shape;571;p7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72" name="Google Shape;572;p7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73" name="Google Shape;573;p7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74" name="Google Shape;574;p7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5" name="Google Shape;575;p7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2">
  <p:cSld name="CUSTOM_28_2">
    <p:bg>
      <p:bgPr>
        <a:solidFill>
          <a:srgbClr val="FFFFFF"/>
        </a:solidFill>
      </p:bgPr>
    </p:bg>
    <p:spTree>
      <p:nvGrpSpPr>
        <p:cNvPr id="576" name="Shape 576"/>
        <p:cNvGrpSpPr/>
        <p:nvPr/>
      </p:nvGrpSpPr>
      <p:grpSpPr>
        <a:xfrm>
          <a:off x="0" y="0"/>
          <a:ext cx="0" cy="0"/>
          <a:chOff x="0" y="0"/>
          <a:chExt cx="0" cy="0"/>
        </a:xfrm>
      </p:grpSpPr>
      <p:sp>
        <p:nvSpPr>
          <p:cNvPr id="577" name="Google Shape;577;p80"/>
          <p:cNvSpPr/>
          <p:nvPr/>
        </p:nvSpPr>
        <p:spPr>
          <a:xfrm>
            <a:off x="457160" y="1292968"/>
            <a:ext cx="3848100" cy="4767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578" name="Google Shape;578;p80"/>
          <p:cNvSpPr/>
          <p:nvPr/>
        </p:nvSpPr>
        <p:spPr>
          <a:xfrm rot="10800000">
            <a:off x="593369" y="1681756"/>
            <a:ext cx="261029" cy="144694"/>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79" name="Google Shape;579;p80"/>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580" name="Google Shape;580;p80"/>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80"/>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582" name="Google Shape;582;p80"/>
          <p:cNvSpPr txBox="1"/>
          <p:nvPr>
            <p:ph type="title"/>
          </p:nvPr>
        </p:nvSpPr>
        <p:spPr>
          <a:xfrm>
            <a:off x="4976200"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
        <p:nvSpPr>
          <p:cNvPr id="583" name="Google Shape;583;p80"/>
          <p:cNvSpPr txBox="1"/>
          <p:nvPr>
            <p:ph idx="2" type="title"/>
          </p:nvPr>
        </p:nvSpPr>
        <p:spPr>
          <a:xfrm>
            <a:off x="542175"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600"/>
              <a:buFont typeface="Roboto Light"/>
              <a:buNone/>
              <a:defRPr b="0" sz="1600">
                <a:solidFill>
                  <a:schemeClr val="dk2"/>
                </a:solidFill>
                <a:latin typeface="Roboto Light"/>
                <a:ea typeface="Roboto Light"/>
                <a:cs typeface="Roboto Light"/>
                <a:sym typeface="Roboto Light"/>
              </a:defRPr>
            </a:lvl1pPr>
            <a:lvl2pPr lvl="1"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584" name="Google Shape;584;p80"/>
          <p:cNvSpPr txBox="1"/>
          <p:nvPr>
            <p:ph idx="3" type="title"/>
          </p:nvPr>
        </p:nvSpPr>
        <p:spPr>
          <a:xfrm>
            <a:off x="4976200"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585" name="Google Shape;585;p80"/>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6" name="Google Shape;586;p80"/>
          <p:cNvSpPr txBox="1"/>
          <p:nvPr>
            <p:ph idx="5"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80"/>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588" name="Google Shape;588;p80"/>
          <p:cNvSpPr txBox="1"/>
          <p:nvPr>
            <p:ph idx="6" type="title"/>
          </p:nvPr>
        </p:nvSpPr>
        <p:spPr>
          <a:xfrm>
            <a:off x="542175"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1800"/>
              <a:buNone/>
              <a:defRPr>
                <a:latin typeface="Roboto Light"/>
                <a:ea typeface="Roboto Light"/>
                <a:cs typeface="Roboto Light"/>
                <a:sym typeface="Roboto Light"/>
              </a:defRPr>
            </a:lvl2pPr>
            <a:lvl3pPr lvl="2" rtl="0">
              <a:spcBef>
                <a:spcPts val="0"/>
              </a:spcBef>
              <a:spcAft>
                <a:spcPts val="0"/>
              </a:spcAft>
              <a:buSzPts val="1800"/>
              <a:buNone/>
              <a:defRPr>
                <a:latin typeface="Roboto Light"/>
                <a:ea typeface="Roboto Light"/>
                <a:cs typeface="Roboto Light"/>
                <a:sym typeface="Roboto Light"/>
              </a:defRPr>
            </a:lvl3pPr>
            <a:lvl4pPr lvl="3" rtl="0">
              <a:spcBef>
                <a:spcPts val="0"/>
              </a:spcBef>
              <a:spcAft>
                <a:spcPts val="0"/>
              </a:spcAft>
              <a:buSzPts val="1800"/>
              <a:buNone/>
              <a:defRPr>
                <a:latin typeface="Roboto Light"/>
                <a:ea typeface="Roboto Light"/>
                <a:cs typeface="Roboto Light"/>
                <a:sym typeface="Roboto Light"/>
              </a:defRPr>
            </a:lvl4pPr>
            <a:lvl5pPr lvl="4" rtl="0">
              <a:spcBef>
                <a:spcPts val="0"/>
              </a:spcBef>
              <a:spcAft>
                <a:spcPts val="0"/>
              </a:spcAft>
              <a:buSzPts val="1800"/>
              <a:buNone/>
              <a:defRPr>
                <a:latin typeface="Roboto Light"/>
                <a:ea typeface="Roboto Light"/>
                <a:cs typeface="Roboto Light"/>
                <a:sym typeface="Roboto Light"/>
              </a:defRPr>
            </a:lvl5pPr>
            <a:lvl6pPr lvl="5" rtl="0">
              <a:spcBef>
                <a:spcPts val="0"/>
              </a:spcBef>
              <a:spcAft>
                <a:spcPts val="0"/>
              </a:spcAft>
              <a:buSzPts val="1800"/>
              <a:buNone/>
              <a:defRPr>
                <a:latin typeface="Roboto Light"/>
                <a:ea typeface="Roboto Light"/>
                <a:cs typeface="Roboto Light"/>
                <a:sym typeface="Roboto Light"/>
              </a:defRPr>
            </a:lvl6pPr>
            <a:lvl7pPr lvl="6" rtl="0">
              <a:spcBef>
                <a:spcPts val="0"/>
              </a:spcBef>
              <a:spcAft>
                <a:spcPts val="0"/>
              </a:spcAft>
              <a:buSzPts val="1800"/>
              <a:buNone/>
              <a:defRPr>
                <a:latin typeface="Roboto Light"/>
                <a:ea typeface="Roboto Light"/>
                <a:cs typeface="Roboto Light"/>
                <a:sym typeface="Roboto Light"/>
              </a:defRPr>
            </a:lvl7pPr>
            <a:lvl8pPr lvl="7" rtl="0">
              <a:spcBef>
                <a:spcPts val="0"/>
              </a:spcBef>
              <a:spcAft>
                <a:spcPts val="0"/>
              </a:spcAft>
              <a:buSzPts val="1800"/>
              <a:buNone/>
              <a:defRPr>
                <a:latin typeface="Roboto Light"/>
                <a:ea typeface="Roboto Light"/>
                <a:cs typeface="Roboto Light"/>
                <a:sym typeface="Roboto Light"/>
              </a:defRPr>
            </a:lvl8pPr>
            <a:lvl9pPr lvl="8" rtl="0">
              <a:spcBef>
                <a:spcPts val="0"/>
              </a:spcBef>
              <a:spcAft>
                <a:spcPts val="0"/>
              </a:spcAft>
              <a:buSzPts val="1800"/>
              <a:buNone/>
              <a:defRPr>
                <a:latin typeface="Roboto Light"/>
                <a:ea typeface="Roboto Light"/>
                <a:cs typeface="Roboto Light"/>
                <a:sym typeface="Roboto Light"/>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5">
  <p:cSld name="CUSTOM_2_15">
    <p:spTree>
      <p:nvGrpSpPr>
        <p:cNvPr id="589" name="Shape 589"/>
        <p:cNvGrpSpPr/>
        <p:nvPr/>
      </p:nvGrpSpPr>
      <p:grpSpPr>
        <a:xfrm>
          <a:off x="0" y="0"/>
          <a:ext cx="0" cy="0"/>
          <a:chOff x="0" y="0"/>
          <a:chExt cx="0" cy="0"/>
        </a:xfrm>
      </p:grpSpPr>
      <p:sp>
        <p:nvSpPr>
          <p:cNvPr id="590" name="Google Shape;590;p8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1" name="Google Shape;591;p8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92" name="Google Shape;592;p8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93" name="Google Shape;593;p8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4" name="Google Shape;594;p8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6">
  <p:cSld name="CUSTOM_2_16">
    <p:spTree>
      <p:nvGrpSpPr>
        <p:cNvPr id="595" name="Shape 595"/>
        <p:cNvGrpSpPr/>
        <p:nvPr/>
      </p:nvGrpSpPr>
      <p:grpSpPr>
        <a:xfrm>
          <a:off x="0" y="0"/>
          <a:ext cx="0" cy="0"/>
          <a:chOff x="0" y="0"/>
          <a:chExt cx="0" cy="0"/>
        </a:xfrm>
      </p:grpSpPr>
      <p:sp>
        <p:nvSpPr>
          <p:cNvPr id="596" name="Google Shape;596;p8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7" name="Google Shape;597;p8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98" name="Google Shape;598;p8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99" name="Google Shape;599;p8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0" name="Google Shape;600;p8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2">
  <p:cSld name="CUSTOM_27_2">
    <p:bg>
      <p:bgPr>
        <a:solidFill>
          <a:srgbClr val="FFFFFF"/>
        </a:solidFill>
      </p:bgPr>
    </p:bg>
    <p:spTree>
      <p:nvGrpSpPr>
        <p:cNvPr id="601" name="Shape 601"/>
        <p:cNvGrpSpPr/>
        <p:nvPr/>
      </p:nvGrpSpPr>
      <p:grpSpPr>
        <a:xfrm>
          <a:off x="0" y="0"/>
          <a:ext cx="0" cy="0"/>
          <a:chOff x="0" y="0"/>
          <a:chExt cx="0" cy="0"/>
        </a:xfrm>
      </p:grpSpPr>
      <p:sp>
        <p:nvSpPr>
          <p:cNvPr id="602" name="Google Shape;602;p83"/>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83"/>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4" name="Google Shape;604;p83"/>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605" name="Google Shape;605;p83"/>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83"/>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7" name="Google Shape;607;p83"/>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608" name="Google Shape;608;p83"/>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83"/>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10" name="Google Shape;610;p83"/>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611" name="Google Shape;611;p83"/>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612" name="Google Shape;612;p83"/>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613" name="Google Shape;613;p8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4" name="Google Shape;614;p8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615" name="Shape 615"/>
        <p:cNvGrpSpPr/>
        <p:nvPr/>
      </p:nvGrpSpPr>
      <p:grpSpPr>
        <a:xfrm>
          <a:off x="0" y="0"/>
          <a:ext cx="0" cy="0"/>
          <a:chOff x="0" y="0"/>
          <a:chExt cx="0" cy="0"/>
        </a:xfrm>
      </p:grpSpPr>
      <p:pic>
        <p:nvPicPr>
          <p:cNvPr id="616" name="Google Shape;616;p84"/>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617" name="Google Shape;617;p84"/>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618" name="Google Shape;618;p84"/>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84"/>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84"/>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SzPts val="3400"/>
              <a:buNone/>
              <a:defRPr sz="3400">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7">
  <p:cSld name="CUSTOM_2_17">
    <p:spTree>
      <p:nvGrpSpPr>
        <p:cNvPr id="621" name="Shape 621"/>
        <p:cNvGrpSpPr/>
        <p:nvPr/>
      </p:nvGrpSpPr>
      <p:grpSpPr>
        <a:xfrm>
          <a:off x="0" y="0"/>
          <a:ext cx="0" cy="0"/>
          <a:chOff x="0" y="0"/>
          <a:chExt cx="0" cy="0"/>
        </a:xfrm>
      </p:grpSpPr>
      <p:sp>
        <p:nvSpPr>
          <p:cNvPr id="622" name="Google Shape;622;p8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23" name="Google Shape;623;p8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24" name="Google Shape;624;p8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25" name="Google Shape;625;p8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6" name="Google Shape;626;p8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8">
  <p:cSld name="CUSTOM_2_18">
    <p:spTree>
      <p:nvGrpSpPr>
        <p:cNvPr id="627" name="Shape 627"/>
        <p:cNvGrpSpPr/>
        <p:nvPr/>
      </p:nvGrpSpPr>
      <p:grpSpPr>
        <a:xfrm>
          <a:off x="0" y="0"/>
          <a:ext cx="0" cy="0"/>
          <a:chOff x="0" y="0"/>
          <a:chExt cx="0" cy="0"/>
        </a:xfrm>
      </p:grpSpPr>
      <p:sp>
        <p:nvSpPr>
          <p:cNvPr id="628" name="Google Shape;628;p8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29" name="Google Shape;629;p8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30" name="Google Shape;630;p8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31" name="Google Shape;631;p8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2" name="Google Shape;632;p8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1">
  <p:cSld name="CUSTOM_4_2">
    <p:spTree>
      <p:nvGrpSpPr>
        <p:cNvPr id="633" name="Shape 633"/>
        <p:cNvGrpSpPr/>
        <p:nvPr/>
      </p:nvGrpSpPr>
      <p:grpSpPr>
        <a:xfrm>
          <a:off x="0" y="0"/>
          <a:ext cx="0" cy="0"/>
          <a:chOff x="0" y="0"/>
          <a:chExt cx="0" cy="0"/>
        </a:xfrm>
      </p:grpSpPr>
      <p:sp>
        <p:nvSpPr>
          <p:cNvPr id="634" name="Google Shape;634;p87"/>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5" name="Google Shape;635;p87"/>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636" name="Google Shape;636;p87"/>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637" name="Google Shape;637;p87"/>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
        <p:nvSpPr>
          <p:cNvPr id="638" name="Google Shape;638;p8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9">
  <p:cSld name="CUSTOM_2_19">
    <p:spTree>
      <p:nvGrpSpPr>
        <p:cNvPr id="639" name="Shape 639"/>
        <p:cNvGrpSpPr/>
        <p:nvPr/>
      </p:nvGrpSpPr>
      <p:grpSpPr>
        <a:xfrm>
          <a:off x="0" y="0"/>
          <a:ext cx="0" cy="0"/>
          <a:chOff x="0" y="0"/>
          <a:chExt cx="0" cy="0"/>
        </a:xfrm>
      </p:grpSpPr>
      <p:sp>
        <p:nvSpPr>
          <p:cNvPr id="640" name="Google Shape;640;p8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1" name="Google Shape;641;p8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42" name="Google Shape;642;p8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43" name="Google Shape;643;p8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4" name="Google Shape;644;p8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0">
  <p:cSld name="CUSTOM_2_20">
    <p:spTree>
      <p:nvGrpSpPr>
        <p:cNvPr id="645" name="Shape 645"/>
        <p:cNvGrpSpPr/>
        <p:nvPr/>
      </p:nvGrpSpPr>
      <p:grpSpPr>
        <a:xfrm>
          <a:off x="0" y="0"/>
          <a:ext cx="0" cy="0"/>
          <a:chOff x="0" y="0"/>
          <a:chExt cx="0" cy="0"/>
        </a:xfrm>
      </p:grpSpPr>
      <p:sp>
        <p:nvSpPr>
          <p:cNvPr id="646" name="Google Shape;646;p8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7" name="Google Shape;647;p8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48" name="Google Shape;648;p8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49" name="Google Shape;649;p8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0" name="Google Shape;650;p8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1">
  <p:cSld name="CUSTOM_2_21">
    <p:spTree>
      <p:nvGrpSpPr>
        <p:cNvPr id="651" name="Shape 651"/>
        <p:cNvGrpSpPr/>
        <p:nvPr/>
      </p:nvGrpSpPr>
      <p:grpSpPr>
        <a:xfrm>
          <a:off x="0" y="0"/>
          <a:ext cx="0" cy="0"/>
          <a:chOff x="0" y="0"/>
          <a:chExt cx="0" cy="0"/>
        </a:xfrm>
      </p:grpSpPr>
      <p:sp>
        <p:nvSpPr>
          <p:cNvPr id="652" name="Google Shape;652;p9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53" name="Google Shape;653;p9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54" name="Google Shape;654;p9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55" name="Google Shape;655;p9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6" name="Google Shape;656;p9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2">
  <p:cSld name="CUSTOM_2_22">
    <p:spTree>
      <p:nvGrpSpPr>
        <p:cNvPr id="657" name="Shape 657"/>
        <p:cNvGrpSpPr/>
        <p:nvPr/>
      </p:nvGrpSpPr>
      <p:grpSpPr>
        <a:xfrm>
          <a:off x="0" y="0"/>
          <a:ext cx="0" cy="0"/>
          <a:chOff x="0" y="0"/>
          <a:chExt cx="0" cy="0"/>
        </a:xfrm>
      </p:grpSpPr>
      <p:sp>
        <p:nvSpPr>
          <p:cNvPr id="658" name="Google Shape;658;p9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59" name="Google Shape;659;p9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60" name="Google Shape;660;p9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1" name="Google Shape;661;p9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2" name="Google Shape;662;p9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3">
  <p:cSld name="CUSTOM_2_23">
    <p:spTree>
      <p:nvGrpSpPr>
        <p:cNvPr id="663" name="Shape 663"/>
        <p:cNvGrpSpPr/>
        <p:nvPr/>
      </p:nvGrpSpPr>
      <p:grpSpPr>
        <a:xfrm>
          <a:off x="0" y="0"/>
          <a:ext cx="0" cy="0"/>
          <a:chOff x="0" y="0"/>
          <a:chExt cx="0" cy="0"/>
        </a:xfrm>
      </p:grpSpPr>
      <p:sp>
        <p:nvSpPr>
          <p:cNvPr id="664" name="Google Shape;664;p9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65" name="Google Shape;665;p9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66" name="Google Shape;666;p9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7" name="Google Shape;667;p9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8" name="Google Shape;668;p9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4">
  <p:cSld name="CUSTOM_2_24">
    <p:spTree>
      <p:nvGrpSpPr>
        <p:cNvPr id="669" name="Shape 669"/>
        <p:cNvGrpSpPr/>
        <p:nvPr/>
      </p:nvGrpSpPr>
      <p:grpSpPr>
        <a:xfrm>
          <a:off x="0" y="0"/>
          <a:ext cx="0" cy="0"/>
          <a:chOff x="0" y="0"/>
          <a:chExt cx="0" cy="0"/>
        </a:xfrm>
      </p:grpSpPr>
      <p:sp>
        <p:nvSpPr>
          <p:cNvPr id="670" name="Google Shape;670;p9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1" name="Google Shape;671;p9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72" name="Google Shape;672;p9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73" name="Google Shape;673;p9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4" name="Google Shape;674;p9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5">
  <p:cSld name="CUSTOM_2_25">
    <p:spTree>
      <p:nvGrpSpPr>
        <p:cNvPr id="675" name="Shape 675"/>
        <p:cNvGrpSpPr/>
        <p:nvPr/>
      </p:nvGrpSpPr>
      <p:grpSpPr>
        <a:xfrm>
          <a:off x="0" y="0"/>
          <a:ext cx="0" cy="0"/>
          <a:chOff x="0" y="0"/>
          <a:chExt cx="0" cy="0"/>
        </a:xfrm>
      </p:grpSpPr>
      <p:sp>
        <p:nvSpPr>
          <p:cNvPr id="676" name="Google Shape;676;p9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7" name="Google Shape;677;p9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78" name="Google Shape;678;p9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79" name="Google Shape;679;p9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0" name="Google Shape;680;p9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6">
  <p:cSld name="CUSTOM_2_26">
    <p:spTree>
      <p:nvGrpSpPr>
        <p:cNvPr id="681" name="Shape 681"/>
        <p:cNvGrpSpPr/>
        <p:nvPr/>
      </p:nvGrpSpPr>
      <p:grpSpPr>
        <a:xfrm>
          <a:off x="0" y="0"/>
          <a:ext cx="0" cy="0"/>
          <a:chOff x="0" y="0"/>
          <a:chExt cx="0" cy="0"/>
        </a:xfrm>
      </p:grpSpPr>
      <p:sp>
        <p:nvSpPr>
          <p:cNvPr id="682" name="Google Shape;682;p9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83" name="Google Shape;683;p9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84" name="Google Shape;684;p9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85" name="Google Shape;685;p9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6" name="Google Shape;686;p9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7">
  <p:cSld name="CUSTOM_2_27">
    <p:spTree>
      <p:nvGrpSpPr>
        <p:cNvPr id="687" name="Shape 687"/>
        <p:cNvGrpSpPr/>
        <p:nvPr/>
      </p:nvGrpSpPr>
      <p:grpSpPr>
        <a:xfrm>
          <a:off x="0" y="0"/>
          <a:ext cx="0" cy="0"/>
          <a:chOff x="0" y="0"/>
          <a:chExt cx="0" cy="0"/>
        </a:xfrm>
      </p:grpSpPr>
      <p:sp>
        <p:nvSpPr>
          <p:cNvPr id="688" name="Google Shape;688;p9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89" name="Google Shape;689;p9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90" name="Google Shape;690;p9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1" name="Google Shape;691;p9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2" name="Google Shape;692;p9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8">
  <p:cSld name="CUSTOM_2_28">
    <p:spTree>
      <p:nvGrpSpPr>
        <p:cNvPr id="693" name="Shape 693"/>
        <p:cNvGrpSpPr/>
        <p:nvPr/>
      </p:nvGrpSpPr>
      <p:grpSpPr>
        <a:xfrm>
          <a:off x="0" y="0"/>
          <a:ext cx="0" cy="0"/>
          <a:chOff x="0" y="0"/>
          <a:chExt cx="0" cy="0"/>
        </a:xfrm>
      </p:grpSpPr>
      <p:sp>
        <p:nvSpPr>
          <p:cNvPr id="694" name="Google Shape;694;p9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95" name="Google Shape;695;p9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96" name="Google Shape;696;p9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7" name="Google Shape;697;p9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8" name="Google Shape;698;p9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9">
  <p:cSld name="CUSTOM_2_29">
    <p:spTree>
      <p:nvGrpSpPr>
        <p:cNvPr id="699" name="Shape 699"/>
        <p:cNvGrpSpPr/>
        <p:nvPr/>
      </p:nvGrpSpPr>
      <p:grpSpPr>
        <a:xfrm>
          <a:off x="0" y="0"/>
          <a:ext cx="0" cy="0"/>
          <a:chOff x="0" y="0"/>
          <a:chExt cx="0" cy="0"/>
        </a:xfrm>
      </p:grpSpPr>
      <p:sp>
        <p:nvSpPr>
          <p:cNvPr id="700" name="Google Shape;700;p9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1" name="Google Shape;701;p9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02" name="Google Shape;702;p9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03" name="Google Shape;703;p9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4" name="Google Shape;704;p9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0">
  <p:cSld name="CUSTOM_2_30">
    <p:spTree>
      <p:nvGrpSpPr>
        <p:cNvPr id="705" name="Shape 705"/>
        <p:cNvGrpSpPr/>
        <p:nvPr/>
      </p:nvGrpSpPr>
      <p:grpSpPr>
        <a:xfrm>
          <a:off x="0" y="0"/>
          <a:ext cx="0" cy="0"/>
          <a:chOff x="0" y="0"/>
          <a:chExt cx="0" cy="0"/>
        </a:xfrm>
      </p:grpSpPr>
      <p:sp>
        <p:nvSpPr>
          <p:cNvPr id="706" name="Google Shape;706;p9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7" name="Google Shape;707;p9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08" name="Google Shape;708;p9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09" name="Google Shape;709;p9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0" name="Google Shape;710;p9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1">
  <p:cSld name="CUSTOM_2_31">
    <p:spTree>
      <p:nvGrpSpPr>
        <p:cNvPr id="711" name="Shape 711"/>
        <p:cNvGrpSpPr/>
        <p:nvPr/>
      </p:nvGrpSpPr>
      <p:grpSpPr>
        <a:xfrm>
          <a:off x="0" y="0"/>
          <a:ext cx="0" cy="0"/>
          <a:chOff x="0" y="0"/>
          <a:chExt cx="0" cy="0"/>
        </a:xfrm>
      </p:grpSpPr>
      <p:sp>
        <p:nvSpPr>
          <p:cNvPr id="712" name="Google Shape;712;p10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13" name="Google Shape;713;p10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14" name="Google Shape;714;p10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15" name="Google Shape;715;p10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6" name="Google Shape;716;p10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2">
  <p:cSld name="CUSTOM_2_32">
    <p:spTree>
      <p:nvGrpSpPr>
        <p:cNvPr id="717" name="Shape 717"/>
        <p:cNvGrpSpPr/>
        <p:nvPr/>
      </p:nvGrpSpPr>
      <p:grpSpPr>
        <a:xfrm>
          <a:off x="0" y="0"/>
          <a:ext cx="0" cy="0"/>
          <a:chOff x="0" y="0"/>
          <a:chExt cx="0" cy="0"/>
        </a:xfrm>
      </p:grpSpPr>
      <p:sp>
        <p:nvSpPr>
          <p:cNvPr id="718" name="Google Shape;718;p10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19" name="Google Shape;719;p10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20" name="Google Shape;720;p10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1" name="Google Shape;721;p10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2" name="Google Shape;722;p10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3">
  <p:cSld name="CUSTOM_2_33">
    <p:spTree>
      <p:nvGrpSpPr>
        <p:cNvPr id="723" name="Shape 723"/>
        <p:cNvGrpSpPr/>
        <p:nvPr/>
      </p:nvGrpSpPr>
      <p:grpSpPr>
        <a:xfrm>
          <a:off x="0" y="0"/>
          <a:ext cx="0" cy="0"/>
          <a:chOff x="0" y="0"/>
          <a:chExt cx="0" cy="0"/>
        </a:xfrm>
      </p:grpSpPr>
      <p:sp>
        <p:nvSpPr>
          <p:cNvPr id="724" name="Google Shape;724;p10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25" name="Google Shape;725;p10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26" name="Google Shape;726;p10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7" name="Google Shape;727;p10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8" name="Google Shape;728;p10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4">
  <p:cSld name="CUSTOM_2_34">
    <p:spTree>
      <p:nvGrpSpPr>
        <p:cNvPr id="729" name="Shape 729"/>
        <p:cNvGrpSpPr/>
        <p:nvPr/>
      </p:nvGrpSpPr>
      <p:grpSpPr>
        <a:xfrm>
          <a:off x="0" y="0"/>
          <a:ext cx="0" cy="0"/>
          <a:chOff x="0" y="0"/>
          <a:chExt cx="0" cy="0"/>
        </a:xfrm>
      </p:grpSpPr>
      <p:sp>
        <p:nvSpPr>
          <p:cNvPr id="730" name="Google Shape;730;p10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1" name="Google Shape;731;p10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32" name="Google Shape;732;p10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33" name="Google Shape;733;p10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4" name="Google Shape;734;p10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5">
  <p:cSld name="CUSTOM_2_35">
    <p:spTree>
      <p:nvGrpSpPr>
        <p:cNvPr id="735" name="Shape 735"/>
        <p:cNvGrpSpPr/>
        <p:nvPr/>
      </p:nvGrpSpPr>
      <p:grpSpPr>
        <a:xfrm>
          <a:off x="0" y="0"/>
          <a:ext cx="0" cy="0"/>
          <a:chOff x="0" y="0"/>
          <a:chExt cx="0" cy="0"/>
        </a:xfrm>
      </p:grpSpPr>
      <p:sp>
        <p:nvSpPr>
          <p:cNvPr id="736" name="Google Shape;736;p10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7" name="Google Shape;737;p10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38" name="Google Shape;738;p10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39" name="Google Shape;739;p10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0" name="Google Shape;740;p10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6">
  <p:cSld name="CUSTOM_2_36">
    <p:spTree>
      <p:nvGrpSpPr>
        <p:cNvPr id="741" name="Shape 741"/>
        <p:cNvGrpSpPr/>
        <p:nvPr/>
      </p:nvGrpSpPr>
      <p:grpSpPr>
        <a:xfrm>
          <a:off x="0" y="0"/>
          <a:ext cx="0" cy="0"/>
          <a:chOff x="0" y="0"/>
          <a:chExt cx="0" cy="0"/>
        </a:xfrm>
      </p:grpSpPr>
      <p:sp>
        <p:nvSpPr>
          <p:cNvPr id="742" name="Google Shape;742;p10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43" name="Google Shape;743;p10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44" name="Google Shape;744;p10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45" name="Google Shape;745;p10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6" name="Google Shape;746;p10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7">
  <p:cSld name="CUSTOM_2_37">
    <p:spTree>
      <p:nvGrpSpPr>
        <p:cNvPr id="747" name="Shape 747"/>
        <p:cNvGrpSpPr/>
        <p:nvPr/>
      </p:nvGrpSpPr>
      <p:grpSpPr>
        <a:xfrm>
          <a:off x="0" y="0"/>
          <a:ext cx="0" cy="0"/>
          <a:chOff x="0" y="0"/>
          <a:chExt cx="0" cy="0"/>
        </a:xfrm>
      </p:grpSpPr>
      <p:sp>
        <p:nvSpPr>
          <p:cNvPr id="748" name="Google Shape;748;p10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49" name="Google Shape;749;p10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50" name="Google Shape;750;p10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51" name="Google Shape;751;p10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2" name="Google Shape;752;p10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4 1">
  <p:cSld name="CUSTOM_11_1_1_3">
    <p:spTree>
      <p:nvGrpSpPr>
        <p:cNvPr id="753" name="Shape 753"/>
        <p:cNvGrpSpPr/>
        <p:nvPr/>
      </p:nvGrpSpPr>
      <p:grpSpPr>
        <a:xfrm>
          <a:off x="0" y="0"/>
          <a:ext cx="0" cy="0"/>
          <a:chOff x="0" y="0"/>
          <a:chExt cx="0" cy="0"/>
        </a:xfrm>
      </p:grpSpPr>
      <p:sp>
        <p:nvSpPr>
          <p:cNvPr id="754" name="Google Shape;754;p107"/>
          <p:cNvSpPr/>
          <p:nvPr/>
        </p:nvSpPr>
        <p:spPr>
          <a:xfrm>
            <a:off x="953325" y="1857573"/>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07"/>
          <p:cNvSpPr/>
          <p:nvPr/>
        </p:nvSpPr>
        <p:spPr>
          <a:xfrm>
            <a:off x="953325" y="256325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07"/>
          <p:cNvSpPr/>
          <p:nvPr/>
        </p:nvSpPr>
        <p:spPr>
          <a:xfrm>
            <a:off x="953325" y="1136875"/>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0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758" name="Google Shape;758;p107"/>
          <p:cNvSpPr/>
          <p:nvPr/>
        </p:nvSpPr>
        <p:spPr>
          <a:xfrm>
            <a:off x="802850" y="184255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759" name="Google Shape;759;p107"/>
          <p:cNvSpPr/>
          <p:nvPr/>
        </p:nvSpPr>
        <p:spPr>
          <a:xfrm>
            <a:off x="802850" y="2563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760" name="Google Shape;760;p10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61" name="Google Shape;761;p10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2" name="Google Shape;762;p10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3" name="Google Shape;763;p107"/>
          <p:cNvSpPr txBox="1"/>
          <p:nvPr>
            <p:ph idx="1" type="subTitle"/>
          </p:nvPr>
        </p:nvSpPr>
        <p:spPr>
          <a:xfrm>
            <a:off x="1354400" y="1129175"/>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4" name="Google Shape;764;p107"/>
          <p:cNvSpPr txBox="1"/>
          <p:nvPr>
            <p:ph idx="3" type="subTitle"/>
          </p:nvPr>
        </p:nvSpPr>
        <p:spPr>
          <a:xfrm>
            <a:off x="1354400" y="1857451"/>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5" name="Google Shape;765;p107"/>
          <p:cNvSpPr txBox="1"/>
          <p:nvPr>
            <p:ph idx="4" type="subTitle"/>
          </p:nvPr>
        </p:nvSpPr>
        <p:spPr>
          <a:xfrm>
            <a:off x="1354400" y="257827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6" name="Google Shape;766;p107"/>
          <p:cNvSpPr/>
          <p:nvPr/>
        </p:nvSpPr>
        <p:spPr>
          <a:xfrm>
            <a:off x="953325" y="327620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07"/>
          <p:cNvSpPr/>
          <p:nvPr/>
        </p:nvSpPr>
        <p:spPr>
          <a:xfrm>
            <a:off x="802850" y="32762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768" name="Google Shape;768;p107"/>
          <p:cNvSpPr txBox="1"/>
          <p:nvPr>
            <p:ph idx="5" type="subTitle"/>
          </p:nvPr>
        </p:nvSpPr>
        <p:spPr>
          <a:xfrm>
            <a:off x="1354400" y="329122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
  <p:cSld name="CUSTOM_6_2">
    <p:spTree>
      <p:nvGrpSpPr>
        <p:cNvPr id="769" name="Shape 769"/>
        <p:cNvGrpSpPr/>
        <p:nvPr/>
      </p:nvGrpSpPr>
      <p:grpSpPr>
        <a:xfrm>
          <a:off x="0" y="0"/>
          <a:ext cx="0" cy="0"/>
          <a:chOff x="0" y="0"/>
          <a:chExt cx="0" cy="0"/>
        </a:xfrm>
      </p:grpSpPr>
      <p:sp>
        <p:nvSpPr>
          <p:cNvPr id="770" name="Google Shape;770;p108"/>
          <p:cNvSpPr/>
          <p:nvPr>
            <p:ph idx="2" type="pic"/>
          </p:nvPr>
        </p:nvSpPr>
        <p:spPr>
          <a:xfrm>
            <a:off x="5923375" y="150"/>
            <a:ext cx="3220500" cy="5143500"/>
          </a:xfrm>
          <a:prstGeom prst="rect">
            <a:avLst/>
          </a:prstGeom>
          <a:noFill/>
          <a:ln>
            <a:noFill/>
          </a:ln>
        </p:spPr>
      </p:sp>
      <p:sp>
        <p:nvSpPr>
          <p:cNvPr id="771" name="Google Shape;771;p10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72" name="Google Shape;772;p10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3" name="Google Shape;773;p108"/>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p:cSld name="CUSTOM_26_3">
    <p:bg>
      <p:bgPr>
        <a:solidFill>
          <a:srgbClr val="F2F2F2"/>
        </a:solidFill>
      </p:bgPr>
    </p:bg>
    <p:spTree>
      <p:nvGrpSpPr>
        <p:cNvPr id="774" name="Shape 774"/>
        <p:cNvGrpSpPr/>
        <p:nvPr/>
      </p:nvGrpSpPr>
      <p:grpSpPr>
        <a:xfrm>
          <a:off x="0" y="0"/>
          <a:ext cx="0" cy="0"/>
          <a:chOff x="0" y="0"/>
          <a:chExt cx="0" cy="0"/>
        </a:xfrm>
      </p:grpSpPr>
      <p:sp>
        <p:nvSpPr>
          <p:cNvPr id="775" name="Google Shape;775;p109"/>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1">
  <p:cSld name="CUSTOM_26_4">
    <p:bg>
      <p:bgPr>
        <a:solidFill>
          <a:srgbClr val="F2F2F2"/>
        </a:solidFill>
      </p:bgPr>
    </p:bg>
    <p:spTree>
      <p:nvGrpSpPr>
        <p:cNvPr id="776" name="Shape 776"/>
        <p:cNvGrpSpPr/>
        <p:nvPr/>
      </p:nvGrpSpPr>
      <p:grpSpPr>
        <a:xfrm>
          <a:off x="0" y="0"/>
          <a:ext cx="0" cy="0"/>
          <a:chOff x="0" y="0"/>
          <a:chExt cx="0" cy="0"/>
        </a:xfrm>
      </p:grpSpPr>
      <p:sp>
        <p:nvSpPr>
          <p:cNvPr id="777" name="Google Shape;777;p110"/>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2">
  <p:cSld name="CUSTOM_6_3">
    <p:spTree>
      <p:nvGrpSpPr>
        <p:cNvPr id="778" name="Shape 778"/>
        <p:cNvGrpSpPr/>
        <p:nvPr/>
      </p:nvGrpSpPr>
      <p:grpSpPr>
        <a:xfrm>
          <a:off x="0" y="0"/>
          <a:ext cx="0" cy="0"/>
          <a:chOff x="0" y="0"/>
          <a:chExt cx="0" cy="0"/>
        </a:xfrm>
      </p:grpSpPr>
      <p:sp>
        <p:nvSpPr>
          <p:cNvPr id="779" name="Google Shape;779;p111"/>
          <p:cNvSpPr/>
          <p:nvPr>
            <p:ph idx="2" type="pic"/>
          </p:nvPr>
        </p:nvSpPr>
        <p:spPr>
          <a:xfrm>
            <a:off x="5923375" y="150"/>
            <a:ext cx="3220500" cy="5143500"/>
          </a:xfrm>
          <a:prstGeom prst="rect">
            <a:avLst/>
          </a:prstGeom>
          <a:noFill/>
          <a:ln>
            <a:noFill/>
          </a:ln>
        </p:spPr>
      </p:sp>
      <p:sp>
        <p:nvSpPr>
          <p:cNvPr id="780" name="Google Shape;780;p11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1" name="Google Shape;781;p11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2" name="Google Shape;782;p111"/>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8">
  <p:cSld name="CUSTOM_2_38">
    <p:spTree>
      <p:nvGrpSpPr>
        <p:cNvPr id="783" name="Shape 783"/>
        <p:cNvGrpSpPr/>
        <p:nvPr/>
      </p:nvGrpSpPr>
      <p:grpSpPr>
        <a:xfrm>
          <a:off x="0" y="0"/>
          <a:ext cx="0" cy="0"/>
          <a:chOff x="0" y="0"/>
          <a:chExt cx="0" cy="0"/>
        </a:xfrm>
      </p:grpSpPr>
      <p:sp>
        <p:nvSpPr>
          <p:cNvPr id="784" name="Google Shape;784;p11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5" name="Google Shape;785;p11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86" name="Google Shape;786;p11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7" name="Google Shape;787;p11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2 2">
  <p:cSld name="CUSTOM_21_2_4">
    <p:spTree>
      <p:nvGrpSpPr>
        <p:cNvPr id="788" name="Shape 788"/>
        <p:cNvGrpSpPr/>
        <p:nvPr/>
      </p:nvGrpSpPr>
      <p:grpSpPr>
        <a:xfrm>
          <a:off x="0" y="0"/>
          <a:ext cx="0" cy="0"/>
          <a:chOff x="0" y="0"/>
          <a:chExt cx="0" cy="0"/>
        </a:xfrm>
      </p:grpSpPr>
      <p:sp>
        <p:nvSpPr>
          <p:cNvPr id="789" name="Google Shape;789;p113"/>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0" name="Google Shape;790;p113"/>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1" name="Google Shape;791;p1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pic>
        <p:nvPicPr>
          <p:cNvPr id="792" name="Google Shape;792;p113"/>
          <p:cNvPicPr preferRelativeResize="0"/>
          <p:nvPr/>
        </p:nvPicPr>
        <p:blipFill>
          <a:blip r:embed="rId2">
            <a:alphaModFix/>
          </a:blip>
          <a:stretch>
            <a:fillRect/>
          </a:stretch>
        </p:blipFill>
        <p:spPr>
          <a:xfrm>
            <a:off x="198650" y="271550"/>
            <a:ext cx="459000" cy="471541"/>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p:cSld name="CUSTOM_11_1_1_1">
    <p:spTree>
      <p:nvGrpSpPr>
        <p:cNvPr id="793" name="Shape 793"/>
        <p:cNvGrpSpPr/>
        <p:nvPr/>
      </p:nvGrpSpPr>
      <p:grpSpPr>
        <a:xfrm>
          <a:off x="0" y="0"/>
          <a:ext cx="0" cy="0"/>
          <a:chOff x="0" y="0"/>
          <a:chExt cx="0" cy="0"/>
        </a:xfrm>
      </p:grpSpPr>
      <p:sp>
        <p:nvSpPr>
          <p:cNvPr id="794" name="Google Shape;794;p11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5" name="Google Shape;795;p11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6" name="Google Shape;796;p1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9">
  <p:cSld name="CUSTOM_2_39">
    <p:spTree>
      <p:nvGrpSpPr>
        <p:cNvPr id="797" name="Shape 797"/>
        <p:cNvGrpSpPr/>
        <p:nvPr/>
      </p:nvGrpSpPr>
      <p:grpSpPr>
        <a:xfrm>
          <a:off x="0" y="0"/>
          <a:ext cx="0" cy="0"/>
          <a:chOff x="0" y="0"/>
          <a:chExt cx="0" cy="0"/>
        </a:xfrm>
      </p:grpSpPr>
      <p:sp>
        <p:nvSpPr>
          <p:cNvPr id="798" name="Google Shape;798;p11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9" name="Google Shape;799;p11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00" name="Google Shape;800;p11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01" name="Google Shape;801;p11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02" name="Google Shape;802;p1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p:cSld name="SECTION_HEADER_1_2">
    <p:spTree>
      <p:nvGrpSpPr>
        <p:cNvPr id="803" name="Shape 803"/>
        <p:cNvGrpSpPr/>
        <p:nvPr/>
      </p:nvGrpSpPr>
      <p:grpSpPr>
        <a:xfrm>
          <a:off x="0" y="0"/>
          <a:ext cx="0" cy="0"/>
          <a:chOff x="0" y="0"/>
          <a:chExt cx="0" cy="0"/>
        </a:xfrm>
      </p:grpSpPr>
      <p:cxnSp>
        <p:nvCxnSpPr>
          <p:cNvPr id="804" name="Google Shape;804;p116"/>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05" name="Google Shape;805;p116"/>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06" name="Google Shape;806;p116"/>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07" name="Google Shape;807;p1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1">
  <p:cSld name="SECTION_HEADER_1_3">
    <p:spTree>
      <p:nvGrpSpPr>
        <p:cNvPr id="808" name="Shape 808"/>
        <p:cNvGrpSpPr/>
        <p:nvPr/>
      </p:nvGrpSpPr>
      <p:grpSpPr>
        <a:xfrm>
          <a:off x="0" y="0"/>
          <a:ext cx="0" cy="0"/>
          <a:chOff x="0" y="0"/>
          <a:chExt cx="0" cy="0"/>
        </a:xfrm>
      </p:grpSpPr>
      <p:cxnSp>
        <p:nvCxnSpPr>
          <p:cNvPr id="809" name="Google Shape;809;p117"/>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10" name="Google Shape;810;p117"/>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11" name="Google Shape;811;p117"/>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12" name="Google Shape;812;p1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2">
  <p:cSld name="SECTION_HEADER_1_4">
    <p:spTree>
      <p:nvGrpSpPr>
        <p:cNvPr id="813" name="Shape 813"/>
        <p:cNvGrpSpPr/>
        <p:nvPr/>
      </p:nvGrpSpPr>
      <p:grpSpPr>
        <a:xfrm>
          <a:off x="0" y="0"/>
          <a:ext cx="0" cy="0"/>
          <a:chOff x="0" y="0"/>
          <a:chExt cx="0" cy="0"/>
        </a:xfrm>
      </p:grpSpPr>
      <p:cxnSp>
        <p:nvCxnSpPr>
          <p:cNvPr id="814" name="Google Shape;814;p118"/>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15" name="Google Shape;815;p118"/>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16" name="Google Shape;816;p118"/>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17" name="Google Shape;817;p1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0">
  <p:cSld name="CUSTOM_2_40">
    <p:spTree>
      <p:nvGrpSpPr>
        <p:cNvPr id="818" name="Shape 818"/>
        <p:cNvGrpSpPr/>
        <p:nvPr/>
      </p:nvGrpSpPr>
      <p:grpSpPr>
        <a:xfrm>
          <a:off x="0" y="0"/>
          <a:ext cx="0" cy="0"/>
          <a:chOff x="0" y="0"/>
          <a:chExt cx="0" cy="0"/>
        </a:xfrm>
      </p:grpSpPr>
      <p:sp>
        <p:nvSpPr>
          <p:cNvPr id="819" name="Google Shape;819;p119"/>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0" name="Google Shape;820;p119"/>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1" name="Google Shape;821;p11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22" name="Google Shape;822;p11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3" name="Google Shape;823;p1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1">
  <p:cSld name="CUSTOM_2_41">
    <p:spTree>
      <p:nvGrpSpPr>
        <p:cNvPr id="824" name="Shape 824"/>
        <p:cNvGrpSpPr/>
        <p:nvPr/>
      </p:nvGrpSpPr>
      <p:grpSpPr>
        <a:xfrm>
          <a:off x="0" y="0"/>
          <a:ext cx="0" cy="0"/>
          <a:chOff x="0" y="0"/>
          <a:chExt cx="0" cy="0"/>
        </a:xfrm>
      </p:grpSpPr>
      <p:sp>
        <p:nvSpPr>
          <p:cNvPr id="825" name="Google Shape;825;p12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26" name="Google Shape;826;p12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7" name="Google Shape;827;p12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8" name="Google Shape;828;p12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2">
  <p:cSld name="CUSTOM_2_42">
    <p:spTree>
      <p:nvGrpSpPr>
        <p:cNvPr id="829" name="Shape 829"/>
        <p:cNvGrpSpPr/>
        <p:nvPr/>
      </p:nvGrpSpPr>
      <p:grpSpPr>
        <a:xfrm>
          <a:off x="0" y="0"/>
          <a:ext cx="0" cy="0"/>
          <a:chOff x="0" y="0"/>
          <a:chExt cx="0" cy="0"/>
        </a:xfrm>
      </p:grpSpPr>
      <p:sp>
        <p:nvSpPr>
          <p:cNvPr id="830" name="Google Shape;830;p12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1" name="Google Shape;831;p12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2" name="Google Shape;832;p12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3" name="Google Shape;833;p12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3">
  <p:cSld name="CUSTOM_2_43">
    <p:spTree>
      <p:nvGrpSpPr>
        <p:cNvPr id="834" name="Shape 834"/>
        <p:cNvGrpSpPr/>
        <p:nvPr/>
      </p:nvGrpSpPr>
      <p:grpSpPr>
        <a:xfrm>
          <a:off x="0" y="0"/>
          <a:ext cx="0" cy="0"/>
          <a:chOff x="0" y="0"/>
          <a:chExt cx="0" cy="0"/>
        </a:xfrm>
      </p:grpSpPr>
      <p:sp>
        <p:nvSpPr>
          <p:cNvPr id="835" name="Google Shape;835;p12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6" name="Google Shape;836;p12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7" name="Google Shape;837;p12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8" name="Google Shape;838;p12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4">
  <p:cSld name="CUSTOM_2_44">
    <p:spTree>
      <p:nvGrpSpPr>
        <p:cNvPr id="839" name="Shape 839"/>
        <p:cNvGrpSpPr/>
        <p:nvPr/>
      </p:nvGrpSpPr>
      <p:grpSpPr>
        <a:xfrm>
          <a:off x="0" y="0"/>
          <a:ext cx="0" cy="0"/>
          <a:chOff x="0" y="0"/>
          <a:chExt cx="0" cy="0"/>
        </a:xfrm>
      </p:grpSpPr>
      <p:sp>
        <p:nvSpPr>
          <p:cNvPr id="840" name="Google Shape;840;p12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41" name="Google Shape;841;p12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42" name="Google Shape;842;p12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3" name="Google Shape;843;p12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5">
  <p:cSld name="CUSTOM_2_45">
    <p:spTree>
      <p:nvGrpSpPr>
        <p:cNvPr id="844" name="Shape 844"/>
        <p:cNvGrpSpPr/>
        <p:nvPr/>
      </p:nvGrpSpPr>
      <p:grpSpPr>
        <a:xfrm>
          <a:off x="0" y="0"/>
          <a:ext cx="0" cy="0"/>
          <a:chOff x="0" y="0"/>
          <a:chExt cx="0" cy="0"/>
        </a:xfrm>
      </p:grpSpPr>
      <p:sp>
        <p:nvSpPr>
          <p:cNvPr id="845" name="Google Shape;845;p12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46" name="Google Shape;846;p12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47" name="Google Shape;847;p12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8" name="Google Shape;848;p124"/>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1">
  <p:cSld name="CUSTOM_11_1_1_2_3">
    <p:spTree>
      <p:nvGrpSpPr>
        <p:cNvPr id="849" name="Shape 849"/>
        <p:cNvGrpSpPr/>
        <p:nvPr/>
      </p:nvGrpSpPr>
      <p:grpSpPr>
        <a:xfrm>
          <a:off x="0" y="0"/>
          <a:ext cx="0" cy="0"/>
          <a:chOff x="0" y="0"/>
          <a:chExt cx="0" cy="0"/>
        </a:xfrm>
      </p:grpSpPr>
      <p:grpSp>
        <p:nvGrpSpPr>
          <p:cNvPr id="850" name="Google Shape;850;p125"/>
          <p:cNvGrpSpPr/>
          <p:nvPr/>
        </p:nvGrpSpPr>
        <p:grpSpPr>
          <a:xfrm>
            <a:off x="440125" y="1136875"/>
            <a:ext cx="776900" cy="486300"/>
            <a:chOff x="457200" y="1466425"/>
            <a:chExt cx="776900" cy="486300"/>
          </a:xfrm>
        </p:grpSpPr>
        <p:sp>
          <p:nvSpPr>
            <p:cNvPr id="851" name="Google Shape;851;p125"/>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852" name="Google Shape;852;p125"/>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3" name="Google Shape;853;p125"/>
          <p:cNvGrpSpPr/>
          <p:nvPr/>
        </p:nvGrpSpPr>
        <p:grpSpPr>
          <a:xfrm>
            <a:off x="440125" y="1791730"/>
            <a:ext cx="776900" cy="486300"/>
            <a:chOff x="457200" y="1466425"/>
            <a:chExt cx="776900" cy="486300"/>
          </a:xfrm>
        </p:grpSpPr>
        <p:sp>
          <p:nvSpPr>
            <p:cNvPr id="854" name="Google Shape;854;p125"/>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855" name="Google Shape;855;p125"/>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6" name="Google Shape;856;p125"/>
          <p:cNvGrpSpPr/>
          <p:nvPr/>
        </p:nvGrpSpPr>
        <p:grpSpPr>
          <a:xfrm>
            <a:off x="440125" y="2446585"/>
            <a:ext cx="776900" cy="486300"/>
            <a:chOff x="457200" y="1466425"/>
            <a:chExt cx="776900" cy="486300"/>
          </a:xfrm>
        </p:grpSpPr>
        <p:sp>
          <p:nvSpPr>
            <p:cNvPr id="857" name="Google Shape;857;p125"/>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858" name="Google Shape;858;p125"/>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9" name="Google Shape;859;p125"/>
          <p:cNvGrpSpPr/>
          <p:nvPr/>
        </p:nvGrpSpPr>
        <p:grpSpPr>
          <a:xfrm>
            <a:off x="440125" y="3101440"/>
            <a:ext cx="776900" cy="486300"/>
            <a:chOff x="457200" y="1466425"/>
            <a:chExt cx="776900" cy="486300"/>
          </a:xfrm>
        </p:grpSpPr>
        <p:sp>
          <p:nvSpPr>
            <p:cNvPr id="860" name="Google Shape;860;p125"/>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861" name="Google Shape;861;p125"/>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62" name="Google Shape;862;p125"/>
          <p:cNvGrpSpPr/>
          <p:nvPr/>
        </p:nvGrpSpPr>
        <p:grpSpPr>
          <a:xfrm>
            <a:off x="440125" y="3756295"/>
            <a:ext cx="776900" cy="486300"/>
            <a:chOff x="457200" y="1466425"/>
            <a:chExt cx="776900" cy="486300"/>
          </a:xfrm>
        </p:grpSpPr>
        <p:sp>
          <p:nvSpPr>
            <p:cNvPr id="863" name="Google Shape;863;p125"/>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864" name="Google Shape;864;p125"/>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865" name="Google Shape;865;p125"/>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866" name="Google Shape;866;p125"/>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7" name="Google Shape;867;p125"/>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8" name="Google Shape;868;p125"/>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9" name="Google Shape;869;p125"/>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70" name="Google Shape;870;p12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1" name="Google Shape;871;p12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2" name="Google Shape;872;p125"/>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3" name="Google Shape;873;p125"/>
          <p:cNvSpPr txBox="1"/>
          <p:nvPr>
            <p:ph idx="3"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4" name="Google Shape;874;p125"/>
          <p:cNvSpPr txBox="1"/>
          <p:nvPr>
            <p:ph idx="4"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5" name="Google Shape;875;p125"/>
          <p:cNvSpPr txBox="1"/>
          <p:nvPr>
            <p:ph idx="5"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6" name="Google Shape;876;p125"/>
          <p:cNvSpPr txBox="1"/>
          <p:nvPr>
            <p:ph idx="6"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grpSp>
        <p:nvGrpSpPr>
          <p:cNvPr id="877" name="Google Shape;877;p125"/>
          <p:cNvGrpSpPr/>
          <p:nvPr/>
        </p:nvGrpSpPr>
        <p:grpSpPr>
          <a:xfrm>
            <a:off x="440125" y="4413095"/>
            <a:ext cx="776900" cy="486300"/>
            <a:chOff x="457200" y="1466425"/>
            <a:chExt cx="776900" cy="486300"/>
          </a:xfrm>
        </p:grpSpPr>
        <p:sp>
          <p:nvSpPr>
            <p:cNvPr id="878" name="Google Shape;878;p125"/>
            <p:cNvSpPr/>
            <p:nvPr/>
          </p:nvSpPr>
          <p:spPr>
            <a:xfrm>
              <a:off x="457200" y="1466425"/>
              <a:ext cx="695400" cy="48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Light"/>
                  <a:ea typeface="Roboto Light"/>
                  <a:cs typeface="Roboto Light"/>
                  <a:sym typeface="Roboto Light"/>
                </a:rPr>
                <a:t>0</a:t>
              </a:r>
              <a:r>
                <a:rPr lang="en" sz="3000">
                  <a:solidFill>
                    <a:schemeClr val="dk2"/>
                  </a:solidFill>
                  <a:latin typeface="Roboto Light"/>
                  <a:ea typeface="Roboto Light"/>
                  <a:cs typeface="Roboto Light"/>
                  <a:sym typeface="Roboto Light"/>
                </a:rPr>
                <a:t>6</a:t>
              </a:r>
              <a:endParaRPr b="0" i="0" sz="3000" u="none" cap="none" strike="noStrike">
                <a:solidFill>
                  <a:schemeClr val="dk2"/>
                </a:solidFill>
                <a:latin typeface="Roboto Light"/>
                <a:ea typeface="Roboto Light"/>
                <a:cs typeface="Roboto Light"/>
                <a:sym typeface="Roboto Light"/>
              </a:endParaRPr>
            </a:p>
          </p:txBody>
        </p:sp>
        <p:sp>
          <p:nvSpPr>
            <p:cNvPr id="879" name="Google Shape;879;p125"/>
            <p:cNvSpPr/>
            <p:nvPr/>
          </p:nvSpPr>
          <p:spPr>
            <a:xfrm rot="5400000">
              <a:off x="973100" y="1624950"/>
              <a:ext cx="33337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Roboto Light"/>
                <a:ea typeface="Roboto Light"/>
                <a:cs typeface="Roboto Light"/>
                <a:sym typeface="Roboto Light"/>
              </a:endParaRPr>
            </a:p>
          </p:txBody>
        </p:sp>
      </p:grpSp>
      <p:sp>
        <p:nvSpPr>
          <p:cNvPr id="880" name="Google Shape;880;p125"/>
          <p:cNvSpPr/>
          <p:nvPr/>
        </p:nvSpPr>
        <p:spPr>
          <a:xfrm>
            <a:off x="1335475" y="44130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81" name="Google Shape;881;p125"/>
          <p:cNvSpPr txBox="1"/>
          <p:nvPr>
            <p:ph idx="7" type="subTitle"/>
          </p:nvPr>
        </p:nvSpPr>
        <p:spPr>
          <a:xfrm>
            <a:off x="1354400" y="44169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6">
  <p:cSld name="CUSTOM_2_46">
    <p:spTree>
      <p:nvGrpSpPr>
        <p:cNvPr id="882" name="Shape 882"/>
        <p:cNvGrpSpPr/>
        <p:nvPr/>
      </p:nvGrpSpPr>
      <p:grpSpPr>
        <a:xfrm>
          <a:off x="0" y="0"/>
          <a:ext cx="0" cy="0"/>
          <a:chOff x="0" y="0"/>
          <a:chExt cx="0" cy="0"/>
        </a:xfrm>
      </p:grpSpPr>
      <p:sp>
        <p:nvSpPr>
          <p:cNvPr id="883" name="Google Shape;883;p12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4" name="Google Shape;884;p12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85" name="Google Shape;885;p12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86" name="Google Shape;886;p12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7">
  <p:cSld name="CUSTOM_2_47">
    <p:spTree>
      <p:nvGrpSpPr>
        <p:cNvPr id="887" name="Shape 887"/>
        <p:cNvGrpSpPr/>
        <p:nvPr/>
      </p:nvGrpSpPr>
      <p:grpSpPr>
        <a:xfrm>
          <a:off x="0" y="0"/>
          <a:ext cx="0" cy="0"/>
          <a:chOff x="0" y="0"/>
          <a:chExt cx="0" cy="0"/>
        </a:xfrm>
      </p:grpSpPr>
      <p:sp>
        <p:nvSpPr>
          <p:cNvPr id="888" name="Google Shape;888;p12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9" name="Google Shape;889;p12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90" name="Google Shape;890;p12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1" name="Google Shape;891;p12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8">
  <p:cSld name="CUSTOM_2_48">
    <p:spTree>
      <p:nvGrpSpPr>
        <p:cNvPr id="892" name="Shape 892"/>
        <p:cNvGrpSpPr/>
        <p:nvPr/>
      </p:nvGrpSpPr>
      <p:grpSpPr>
        <a:xfrm>
          <a:off x="0" y="0"/>
          <a:ext cx="0" cy="0"/>
          <a:chOff x="0" y="0"/>
          <a:chExt cx="0" cy="0"/>
        </a:xfrm>
      </p:grpSpPr>
      <p:sp>
        <p:nvSpPr>
          <p:cNvPr id="893" name="Google Shape;893;p12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94" name="Google Shape;894;p12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95" name="Google Shape;895;p12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6" name="Google Shape;896;p128"/>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9">
  <p:cSld name="CUSTOM_2_49">
    <p:spTree>
      <p:nvGrpSpPr>
        <p:cNvPr id="897" name="Shape 897"/>
        <p:cNvGrpSpPr/>
        <p:nvPr/>
      </p:nvGrpSpPr>
      <p:grpSpPr>
        <a:xfrm>
          <a:off x="0" y="0"/>
          <a:ext cx="0" cy="0"/>
          <a:chOff x="0" y="0"/>
          <a:chExt cx="0" cy="0"/>
        </a:xfrm>
      </p:grpSpPr>
      <p:sp>
        <p:nvSpPr>
          <p:cNvPr id="898" name="Google Shape;898;p12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99" name="Google Shape;899;p12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00" name="Google Shape;900;p12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1" name="Google Shape;901;p129"/>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0">
  <p:cSld name="CUSTOM_2_50">
    <p:spTree>
      <p:nvGrpSpPr>
        <p:cNvPr id="902" name="Shape 902"/>
        <p:cNvGrpSpPr/>
        <p:nvPr/>
      </p:nvGrpSpPr>
      <p:grpSpPr>
        <a:xfrm>
          <a:off x="0" y="0"/>
          <a:ext cx="0" cy="0"/>
          <a:chOff x="0" y="0"/>
          <a:chExt cx="0" cy="0"/>
        </a:xfrm>
      </p:grpSpPr>
      <p:sp>
        <p:nvSpPr>
          <p:cNvPr id="903" name="Google Shape;903;p13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04" name="Google Shape;904;p13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05" name="Google Shape;905;p13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6" name="Google Shape;906;p13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1">
  <p:cSld name="CUSTOM_2_51">
    <p:spTree>
      <p:nvGrpSpPr>
        <p:cNvPr id="907" name="Shape 907"/>
        <p:cNvGrpSpPr/>
        <p:nvPr/>
      </p:nvGrpSpPr>
      <p:grpSpPr>
        <a:xfrm>
          <a:off x="0" y="0"/>
          <a:ext cx="0" cy="0"/>
          <a:chOff x="0" y="0"/>
          <a:chExt cx="0" cy="0"/>
        </a:xfrm>
      </p:grpSpPr>
      <p:sp>
        <p:nvSpPr>
          <p:cNvPr id="908" name="Google Shape;908;p13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09" name="Google Shape;909;p13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0" name="Google Shape;910;p13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1" name="Google Shape;911;p13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2">
  <p:cSld name="CUSTOM_2_52">
    <p:spTree>
      <p:nvGrpSpPr>
        <p:cNvPr id="912" name="Shape 912"/>
        <p:cNvGrpSpPr/>
        <p:nvPr/>
      </p:nvGrpSpPr>
      <p:grpSpPr>
        <a:xfrm>
          <a:off x="0" y="0"/>
          <a:ext cx="0" cy="0"/>
          <a:chOff x="0" y="0"/>
          <a:chExt cx="0" cy="0"/>
        </a:xfrm>
      </p:grpSpPr>
      <p:sp>
        <p:nvSpPr>
          <p:cNvPr id="913" name="Google Shape;913;p13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4" name="Google Shape;914;p13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5" name="Google Shape;915;p13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6" name="Google Shape;916;p13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3">
  <p:cSld name="CUSTOM_2_53">
    <p:spTree>
      <p:nvGrpSpPr>
        <p:cNvPr id="917" name="Shape 917"/>
        <p:cNvGrpSpPr/>
        <p:nvPr/>
      </p:nvGrpSpPr>
      <p:grpSpPr>
        <a:xfrm>
          <a:off x="0" y="0"/>
          <a:ext cx="0" cy="0"/>
          <a:chOff x="0" y="0"/>
          <a:chExt cx="0" cy="0"/>
        </a:xfrm>
      </p:grpSpPr>
      <p:sp>
        <p:nvSpPr>
          <p:cNvPr id="918" name="Google Shape;918;p13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9" name="Google Shape;919;p13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20" name="Google Shape;920;p13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1" name="Google Shape;921;p13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4">
  <p:cSld name="CUSTOM_2_54">
    <p:spTree>
      <p:nvGrpSpPr>
        <p:cNvPr id="922" name="Shape 922"/>
        <p:cNvGrpSpPr/>
        <p:nvPr/>
      </p:nvGrpSpPr>
      <p:grpSpPr>
        <a:xfrm>
          <a:off x="0" y="0"/>
          <a:ext cx="0" cy="0"/>
          <a:chOff x="0" y="0"/>
          <a:chExt cx="0" cy="0"/>
        </a:xfrm>
      </p:grpSpPr>
      <p:sp>
        <p:nvSpPr>
          <p:cNvPr id="923" name="Google Shape;923;p13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4" name="Google Shape;924;p13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5" name="Google Shape;925;p13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26" name="Google Shape;926;p13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27" name="Google Shape;927;p1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5">
  <p:cSld name="CUSTOM_2_55">
    <p:spTree>
      <p:nvGrpSpPr>
        <p:cNvPr id="928" name="Shape 928"/>
        <p:cNvGrpSpPr/>
        <p:nvPr/>
      </p:nvGrpSpPr>
      <p:grpSpPr>
        <a:xfrm>
          <a:off x="0" y="0"/>
          <a:ext cx="0" cy="0"/>
          <a:chOff x="0" y="0"/>
          <a:chExt cx="0" cy="0"/>
        </a:xfrm>
      </p:grpSpPr>
      <p:sp>
        <p:nvSpPr>
          <p:cNvPr id="929" name="Google Shape;929;p13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0" name="Google Shape;930;p13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1" name="Google Shape;931;p13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32" name="Google Shape;932;p13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33" name="Google Shape;933;p1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6">
  <p:cSld name="CUSTOM_2_56">
    <p:spTree>
      <p:nvGrpSpPr>
        <p:cNvPr id="934" name="Shape 934"/>
        <p:cNvGrpSpPr/>
        <p:nvPr/>
      </p:nvGrpSpPr>
      <p:grpSpPr>
        <a:xfrm>
          <a:off x="0" y="0"/>
          <a:ext cx="0" cy="0"/>
          <a:chOff x="0" y="0"/>
          <a:chExt cx="0" cy="0"/>
        </a:xfrm>
      </p:grpSpPr>
      <p:sp>
        <p:nvSpPr>
          <p:cNvPr id="935" name="Google Shape;935;p136"/>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6" name="Google Shape;936;p136"/>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7" name="Google Shape;937;p136"/>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38" name="Google Shape;938;p13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39" name="Google Shape;939;p1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3">
  <p:cSld name="CUSTOM_21_1_1_1">
    <p:spTree>
      <p:nvGrpSpPr>
        <p:cNvPr id="940" name="Shape 940"/>
        <p:cNvGrpSpPr/>
        <p:nvPr/>
      </p:nvGrpSpPr>
      <p:grpSpPr>
        <a:xfrm>
          <a:off x="0" y="0"/>
          <a:ext cx="0" cy="0"/>
          <a:chOff x="0" y="0"/>
          <a:chExt cx="0" cy="0"/>
        </a:xfrm>
      </p:grpSpPr>
      <p:cxnSp>
        <p:nvCxnSpPr>
          <p:cNvPr id="941" name="Google Shape;941;p137"/>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942" name="Google Shape;942;p137"/>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37"/>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37"/>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3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946" name="Google Shape;946;p137"/>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947" name="Google Shape;947;p137"/>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948" name="Google Shape;948;p137"/>
          <p:cNvSpPr txBox="1"/>
          <p:nvPr>
            <p:ph idx="1" type="subTitle"/>
          </p:nvPr>
        </p:nvSpPr>
        <p:spPr>
          <a:xfrm>
            <a:off x="1224625" y="112917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49" name="Google Shape;949;p137"/>
          <p:cNvSpPr txBox="1"/>
          <p:nvPr>
            <p:ph idx="2" type="subTitle"/>
          </p:nvPr>
        </p:nvSpPr>
        <p:spPr>
          <a:xfrm>
            <a:off x="1224625" y="17936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50" name="Google Shape;950;p137"/>
          <p:cNvSpPr txBox="1"/>
          <p:nvPr>
            <p:ph idx="3" type="subTitle"/>
          </p:nvPr>
        </p:nvSpPr>
        <p:spPr>
          <a:xfrm>
            <a:off x="1224625" y="24357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51" name="Google Shape;951;p137"/>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2" name="Google Shape;952;p137"/>
          <p:cNvSpPr txBox="1"/>
          <p:nvPr>
            <p:ph idx="4"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3" name="Google Shape;953;p137"/>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54" name="Google Shape;954;p137"/>
          <p:cNvPicPr preferRelativeResize="0"/>
          <p:nvPr/>
        </p:nvPicPr>
        <p:blipFill>
          <a:blip r:embed="rId2">
            <a:alphaModFix/>
          </a:blip>
          <a:stretch>
            <a:fillRect/>
          </a:stretch>
        </p:blipFill>
        <p:spPr>
          <a:xfrm>
            <a:off x="173938" y="271538"/>
            <a:ext cx="496875" cy="496875"/>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1">
  <p:cSld name="CUSTOM_28_1">
    <p:bg>
      <p:bgPr>
        <a:solidFill>
          <a:srgbClr val="FFFFFF"/>
        </a:solidFill>
      </p:bgPr>
    </p:bg>
    <p:spTree>
      <p:nvGrpSpPr>
        <p:cNvPr id="955" name="Shape 955"/>
        <p:cNvGrpSpPr/>
        <p:nvPr/>
      </p:nvGrpSpPr>
      <p:grpSpPr>
        <a:xfrm>
          <a:off x="0" y="0"/>
          <a:ext cx="0" cy="0"/>
          <a:chOff x="0" y="0"/>
          <a:chExt cx="0" cy="0"/>
        </a:xfrm>
      </p:grpSpPr>
      <p:sp>
        <p:nvSpPr>
          <p:cNvPr id="956" name="Google Shape;956;p138"/>
          <p:cNvSpPr/>
          <p:nvPr/>
        </p:nvSpPr>
        <p:spPr>
          <a:xfrm>
            <a:off x="11088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57" name="Google Shape;957;p138"/>
          <p:cNvSpPr txBox="1"/>
          <p:nvPr>
            <p:ph type="title"/>
          </p:nvPr>
        </p:nvSpPr>
        <p:spPr>
          <a:xfrm>
            <a:off x="11794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958" name="Google Shape;958;p138"/>
          <p:cNvSpPr txBox="1"/>
          <p:nvPr>
            <p:ph idx="2" type="title"/>
          </p:nvPr>
        </p:nvSpPr>
        <p:spPr>
          <a:xfrm>
            <a:off x="896225" y="1871375"/>
            <a:ext cx="34089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959" name="Google Shape;959;p138"/>
          <p:cNvSpPr txBox="1"/>
          <p:nvPr>
            <p:ph idx="3" type="title"/>
          </p:nvPr>
        </p:nvSpPr>
        <p:spPr>
          <a:xfrm>
            <a:off x="5323925" y="1871375"/>
            <a:ext cx="36075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960" name="Google Shape;960;p138"/>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61" name="Google Shape;961;p138"/>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grpSp>
        <p:nvGrpSpPr>
          <p:cNvPr id="962" name="Google Shape;962;p138"/>
          <p:cNvGrpSpPr/>
          <p:nvPr/>
        </p:nvGrpSpPr>
        <p:grpSpPr>
          <a:xfrm>
            <a:off x="457147" y="1190428"/>
            <a:ext cx="533372" cy="533480"/>
            <a:chOff x="457200" y="1378813"/>
            <a:chExt cx="695400" cy="695450"/>
          </a:xfrm>
        </p:grpSpPr>
        <p:sp>
          <p:nvSpPr>
            <p:cNvPr id="963" name="Google Shape;963;p138"/>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964" name="Google Shape;964;p138"/>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5" name="Google Shape;965;p138"/>
          <p:cNvGrpSpPr/>
          <p:nvPr/>
        </p:nvGrpSpPr>
        <p:grpSpPr>
          <a:xfrm>
            <a:off x="4876797" y="1190428"/>
            <a:ext cx="533372" cy="533480"/>
            <a:chOff x="2605668" y="1378813"/>
            <a:chExt cx="695400" cy="695450"/>
          </a:xfrm>
        </p:grpSpPr>
        <p:sp>
          <p:nvSpPr>
            <p:cNvPr id="966" name="Google Shape;966;p138"/>
            <p:cNvSpPr/>
            <p:nvPr/>
          </p:nvSpPr>
          <p:spPr>
            <a:xfrm>
              <a:off x="2605668"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967" name="Google Shape;967;p138"/>
            <p:cNvSpPr/>
            <p:nvPr/>
          </p:nvSpPr>
          <p:spPr>
            <a:xfrm rot="10800000">
              <a:off x="2783210"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968" name="Google Shape;968;p138"/>
          <p:cNvSpPr/>
          <p:nvPr/>
        </p:nvSpPr>
        <p:spPr>
          <a:xfrm>
            <a:off x="55289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69" name="Google Shape;969;p138"/>
          <p:cNvSpPr txBox="1"/>
          <p:nvPr>
            <p:ph idx="5" type="title"/>
          </p:nvPr>
        </p:nvSpPr>
        <p:spPr>
          <a:xfrm>
            <a:off x="55995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70" name="Google Shape;970;p138"/>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3">
  <p:cSld name="CUSTOM_6_4">
    <p:spTree>
      <p:nvGrpSpPr>
        <p:cNvPr id="971" name="Shape 971"/>
        <p:cNvGrpSpPr/>
        <p:nvPr/>
      </p:nvGrpSpPr>
      <p:grpSpPr>
        <a:xfrm>
          <a:off x="0" y="0"/>
          <a:ext cx="0" cy="0"/>
          <a:chOff x="0" y="0"/>
          <a:chExt cx="0" cy="0"/>
        </a:xfrm>
      </p:grpSpPr>
      <p:sp>
        <p:nvSpPr>
          <p:cNvPr id="972" name="Google Shape;972;p139"/>
          <p:cNvSpPr/>
          <p:nvPr>
            <p:ph idx="2" type="pic"/>
          </p:nvPr>
        </p:nvSpPr>
        <p:spPr>
          <a:xfrm>
            <a:off x="5923375" y="150"/>
            <a:ext cx="3220500" cy="5143500"/>
          </a:xfrm>
          <a:prstGeom prst="rect">
            <a:avLst/>
          </a:prstGeom>
          <a:noFill/>
          <a:ln>
            <a:noFill/>
          </a:ln>
        </p:spPr>
      </p:sp>
      <p:sp>
        <p:nvSpPr>
          <p:cNvPr id="973" name="Google Shape;973;p13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4" name="Google Shape;974;p139"/>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5" name="Google Shape;975;p139"/>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4">
  <p:cSld name="CUSTOM_6_5">
    <p:spTree>
      <p:nvGrpSpPr>
        <p:cNvPr id="976" name="Shape 976"/>
        <p:cNvGrpSpPr/>
        <p:nvPr/>
      </p:nvGrpSpPr>
      <p:grpSpPr>
        <a:xfrm>
          <a:off x="0" y="0"/>
          <a:ext cx="0" cy="0"/>
          <a:chOff x="0" y="0"/>
          <a:chExt cx="0" cy="0"/>
        </a:xfrm>
      </p:grpSpPr>
      <p:sp>
        <p:nvSpPr>
          <p:cNvPr id="977" name="Google Shape;977;p140"/>
          <p:cNvSpPr/>
          <p:nvPr>
            <p:ph idx="2" type="pic"/>
          </p:nvPr>
        </p:nvSpPr>
        <p:spPr>
          <a:xfrm>
            <a:off x="5923375" y="150"/>
            <a:ext cx="3220500" cy="5143500"/>
          </a:xfrm>
          <a:prstGeom prst="rect">
            <a:avLst/>
          </a:prstGeom>
          <a:noFill/>
          <a:ln>
            <a:noFill/>
          </a:ln>
        </p:spPr>
      </p:sp>
      <p:sp>
        <p:nvSpPr>
          <p:cNvPr id="978" name="Google Shape;978;p14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9" name="Google Shape;979;p14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0" name="Google Shape;980;p14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5">
  <p:cSld name="CUSTOM_6_6">
    <p:spTree>
      <p:nvGrpSpPr>
        <p:cNvPr id="981" name="Shape 981"/>
        <p:cNvGrpSpPr/>
        <p:nvPr/>
      </p:nvGrpSpPr>
      <p:grpSpPr>
        <a:xfrm>
          <a:off x="0" y="0"/>
          <a:ext cx="0" cy="0"/>
          <a:chOff x="0" y="0"/>
          <a:chExt cx="0" cy="0"/>
        </a:xfrm>
      </p:grpSpPr>
      <p:sp>
        <p:nvSpPr>
          <p:cNvPr id="982" name="Google Shape;982;p141"/>
          <p:cNvSpPr/>
          <p:nvPr>
            <p:ph idx="2" type="pic"/>
          </p:nvPr>
        </p:nvSpPr>
        <p:spPr>
          <a:xfrm>
            <a:off x="5923375" y="150"/>
            <a:ext cx="3220500" cy="5143500"/>
          </a:xfrm>
          <a:prstGeom prst="rect">
            <a:avLst/>
          </a:prstGeom>
          <a:noFill/>
          <a:ln>
            <a:noFill/>
          </a:ln>
        </p:spPr>
      </p:sp>
      <p:sp>
        <p:nvSpPr>
          <p:cNvPr id="983" name="Google Shape;983;p14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84" name="Google Shape;984;p14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5" name="Google Shape;985;p14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p:cSld name="CUSTOM_28_3">
    <p:bg>
      <p:bgPr>
        <a:solidFill>
          <a:srgbClr val="FFFFFF"/>
        </a:solidFill>
      </p:bgPr>
    </p:bg>
    <p:spTree>
      <p:nvGrpSpPr>
        <p:cNvPr id="986" name="Shape 986"/>
        <p:cNvGrpSpPr/>
        <p:nvPr/>
      </p:nvGrpSpPr>
      <p:grpSpPr>
        <a:xfrm>
          <a:off x="0" y="0"/>
          <a:ext cx="0" cy="0"/>
          <a:chOff x="0" y="0"/>
          <a:chExt cx="0" cy="0"/>
        </a:xfrm>
      </p:grpSpPr>
      <p:sp>
        <p:nvSpPr>
          <p:cNvPr id="987" name="Google Shape;987;p142"/>
          <p:cNvSpPr/>
          <p:nvPr/>
        </p:nvSpPr>
        <p:spPr>
          <a:xfrm>
            <a:off x="457160" y="1292968"/>
            <a:ext cx="3848100" cy="4767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88" name="Google Shape;988;p142"/>
          <p:cNvSpPr/>
          <p:nvPr/>
        </p:nvSpPr>
        <p:spPr>
          <a:xfrm rot="10800000">
            <a:off x="593369" y="1681756"/>
            <a:ext cx="261029" cy="144694"/>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989" name="Google Shape;989;p142"/>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990" name="Google Shape;990;p142"/>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42"/>
          <p:cNvSpPr txBox="1"/>
          <p:nvPr/>
        </p:nvSpPr>
        <p:spPr>
          <a:xfrm>
            <a:off x="457150" y="1304805"/>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92" name="Google Shape;992;p142"/>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93" name="Google Shape;993;p142"/>
          <p:cNvSpPr txBox="1"/>
          <p:nvPr>
            <p:ph type="title"/>
          </p:nvPr>
        </p:nvSpPr>
        <p:spPr>
          <a:xfrm>
            <a:off x="542175"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994" name="Google Shape;994;p142"/>
          <p:cNvSpPr txBox="1"/>
          <p:nvPr>
            <p:ph idx="2" type="title"/>
          </p:nvPr>
        </p:nvSpPr>
        <p:spPr>
          <a:xfrm>
            <a:off x="4976200"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95" name="Google Shape;995;p142"/>
          <p:cNvSpPr txBox="1"/>
          <p:nvPr>
            <p:ph idx="3" type="title"/>
          </p:nvPr>
        </p:nvSpPr>
        <p:spPr>
          <a:xfrm>
            <a:off x="542175"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2E5E73"/>
              </a:buClr>
              <a:buSzPts val="1600"/>
              <a:buFont typeface="Roboto Light"/>
              <a:buNone/>
              <a:defRPr b="0" sz="1600">
                <a:solidFill>
                  <a:srgbClr val="2E5E73"/>
                </a:solidFill>
                <a:latin typeface="Roboto Light"/>
                <a:ea typeface="Roboto Light"/>
                <a:cs typeface="Roboto Light"/>
                <a:sym typeface="Roboto Light"/>
              </a:defRPr>
            </a:lvl1pPr>
            <a:lvl2pPr lvl="1">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996" name="Google Shape;996;p142"/>
          <p:cNvSpPr txBox="1"/>
          <p:nvPr>
            <p:ph idx="4" type="title"/>
          </p:nvPr>
        </p:nvSpPr>
        <p:spPr>
          <a:xfrm>
            <a:off x="4976200"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997" name="Google Shape;997;p142"/>
          <p:cNvSpPr txBox="1"/>
          <p:nvPr>
            <p:ph idx="5"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98" name="Google Shape;998;p142"/>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999" name="Google Shape;999;p142"/>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6">
  <p:cSld name="CUSTOM_6_7">
    <p:spTree>
      <p:nvGrpSpPr>
        <p:cNvPr id="1000" name="Shape 1000"/>
        <p:cNvGrpSpPr/>
        <p:nvPr/>
      </p:nvGrpSpPr>
      <p:grpSpPr>
        <a:xfrm>
          <a:off x="0" y="0"/>
          <a:ext cx="0" cy="0"/>
          <a:chOff x="0" y="0"/>
          <a:chExt cx="0" cy="0"/>
        </a:xfrm>
      </p:grpSpPr>
      <p:sp>
        <p:nvSpPr>
          <p:cNvPr id="1001" name="Google Shape;1001;p143"/>
          <p:cNvSpPr/>
          <p:nvPr>
            <p:ph idx="2" type="pic"/>
          </p:nvPr>
        </p:nvSpPr>
        <p:spPr>
          <a:xfrm>
            <a:off x="5923375" y="150"/>
            <a:ext cx="3220500" cy="5143500"/>
          </a:xfrm>
          <a:prstGeom prst="rect">
            <a:avLst/>
          </a:prstGeom>
          <a:noFill/>
          <a:ln>
            <a:noFill/>
          </a:ln>
        </p:spPr>
      </p:sp>
      <p:sp>
        <p:nvSpPr>
          <p:cNvPr id="1002" name="Google Shape;1002;p14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3" name="Google Shape;1003;p14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4" name="Google Shape;1004;p14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7">
  <p:cSld name="CUSTOM_6_8">
    <p:spTree>
      <p:nvGrpSpPr>
        <p:cNvPr id="1005" name="Shape 1005"/>
        <p:cNvGrpSpPr/>
        <p:nvPr/>
      </p:nvGrpSpPr>
      <p:grpSpPr>
        <a:xfrm>
          <a:off x="0" y="0"/>
          <a:ext cx="0" cy="0"/>
          <a:chOff x="0" y="0"/>
          <a:chExt cx="0" cy="0"/>
        </a:xfrm>
      </p:grpSpPr>
      <p:sp>
        <p:nvSpPr>
          <p:cNvPr id="1006" name="Google Shape;1006;p144"/>
          <p:cNvSpPr/>
          <p:nvPr>
            <p:ph idx="2" type="pic"/>
          </p:nvPr>
        </p:nvSpPr>
        <p:spPr>
          <a:xfrm>
            <a:off x="5923375" y="150"/>
            <a:ext cx="3220500" cy="5143500"/>
          </a:xfrm>
          <a:prstGeom prst="rect">
            <a:avLst/>
          </a:prstGeom>
          <a:noFill/>
          <a:ln>
            <a:noFill/>
          </a:ln>
        </p:spPr>
      </p:sp>
      <p:sp>
        <p:nvSpPr>
          <p:cNvPr id="1007" name="Google Shape;1007;p14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8" name="Google Shape;1008;p14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9" name="Google Shape;1009;p14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8">
  <p:cSld name="CUSTOM_6_9">
    <p:spTree>
      <p:nvGrpSpPr>
        <p:cNvPr id="1010" name="Shape 1010"/>
        <p:cNvGrpSpPr/>
        <p:nvPr/>
      </p:nvGrpSpPr>
      <p:grpSpPr>
        <a:xfrm>
          <a:off x="0" y="0"/>
          <a:ext cx="0" cy="0"/>
          <a:chOff x="0" y="0"/>
          <a:chExt cx="0" cy="0"/>
        </a:xfrm>
      </p:grpSpPr>
      <p:sp>
        <p:nvSpPr>
          <p:cNvPr id="1011" name="Google Shape;1011;p145"/>
          <p:cNvSpPr/>
          <p:nvPr>
            <p:ph idx="2" type="pic"/>
          </p:nvPr>
        </p:nvSpPr>
        <p:spPr>
          <a:xfrm>
            <a:off x="5923375" y="150"/>
            <a:ext cx="3220500" cy="5143500"/>
          </a:xfrm>
          <a:prstGeom prst="rect">
            <a:avLst/>
          </a:prstGeom>
          <a:noFill/>
          <a:ln>
            <a:noFill/>
          </a:ln>
        </p:spPr>
      </p:sp>
      <p:sp>
        <p:nvSpPr>
          <p:cNvPr id="1012" name="Google Shape;1012;p14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13" name="Google Shape;1013;p145"/>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4" name="Google Shape;1014;p145"/>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7">
  <p:cSld name="CUSTOM_2_57">
    <p:spTree>
      <p:nvGrpSpPr>
        <p:cNvPr id="1015" name="Shape 1015"/>
        <p:cNvGrpSpPr/>
        <p:nvPr/>
      </p:nvGrpSpPr>
      <p:grpSpPr>
        <a:xfrm>
          <a:off x="0" y="0"/>
          <a:ext cx="0" cy="0"/>
          <a:chOff x="0" y="0"/>
          <a:chExt cx="0" cy="0"/>
        </a:xfrm>
      </p:grpSpPr>
      <p:sp>
        <p:nvSpPr>
          <p:cNvPr id="1016" name="Google Shape;1016;p14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17" name="Google Shape;1017;p14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18" name="Google Shape;1018;p14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9" name="Google Shape;1019;p14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9">
  <p:cSld name="CUSTOM_6_10">
    <p:spTree>
      <p:nvGrpSpPr>
        <p:cNvPr id="1020" name="Shape 1020"/>
        <p:cNvGrpSpPr/>
        <p:nvPr/>
      </p:nvGrpSpPr>
      <p:grpSpPr>
        <a:xfrm>
          <a:off x="0" y="0"/>
          <a:ext cx="0" cy="0"/>
          <a:chOff x="0" y="0"/>
          <a:chExt cx="0" cy="0"/>
        </a:xfrm>
      </p:grpSpPr>
      <p:sp>
        <p:nvSpPr>
          <p:cNvPr id="1021" name="Google Shape;1021;p147"/>
          <p:cNvSpPr/>
          <p:nvPr>
            <p:ph idx="2" type="pic"/>
          </p:nvPr>
        </p:nvSpPr>
        <p:spPr>
          <a:xfrm>
            <a:off x="5923375" y="150"/>
            <a:ext cx="3220500" cy="5143500"/>
          </a:xfrm>
          <a:prstGeom prst="rect">
            <a:avLst/>
          </a:prstGeom>
          <a:noFill/>
          <a:ln>
            <a:noFill/>
          </a:ln>
        </p:spPr>
      </p:sp>
      <p:sp>
        <p:nvSpPr>
          <p:cNvPr id="1022" name="Google Shape;1022;p147"/>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23" name="Google Shape;1023;p147"/>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4" name="Google Shape;1024;p147"/>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0">
  <p:cSld name="CUSTOM_6_11">
    <p:spTree>
      <p:nvGrpSpPr>
        <p:cNvPr id="1025" name="Shape 1025"/>
        <p:cNvGrpSpPr/>
        <p:nvPr/>
      </p:nvGrpSpPr>
      <p:grpSpPr>
        <a:xfrm>
          <a:off x="0" y="0"/>
          <a:ext cx="0" cy="0"/>
          <a:chOff x="0" y="0"/>
          <a:chExt cx="0" cy="0"/>
        </a:xfrm>
      </p:grpSpPr>
      <p:sp>
        <p:nvSpPr>
          <p:cNvPr id="1026" name="Google Shape;1026;p148"/>
          <p:cNvSpPr/>
          <p:nvPr>
            <p:ph idx="2" type="pic"/>
          </p:nvPr>
        </p:nvSpPr>
        <p:spPr>
          <a:xfrm>
            <a:off x="5923375" y="150"/>
            <a:ext cx="3220500" cy="5143500"/>
          </a:xfrm>
          <a:prstGeom prst="rect">
            <a:avLst/>
          </a:prstGeom>
          <a:noFill/>
          <a:ln>
            <a:noFill/>
          </a:ln>
        </p:spPr>
      </p:sp>
      <p:sp>
        <p:nvSpPr>
          <p:cNvPr id="1027" name="Google Shape;1027;p14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28" name="Google Shape;1028;p14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9" name="Google Shape;1029;p148"/>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p:cSld name="CUSTOM_11_1_1_2_4">
    <p:spTree>
      <p:nvGrpSpPr>
        <p:cNvPr id="1030" name="Shape 1030"/>
        <p:cNvGrpSpPr/>
        <p:nvPr/>
      </p:nvGrpSpPr>
      <p:grpSpPr>
        <a:xfrm>
          <a:off x="0" y="0"/>
          <a:ext cx="0" cy="0"/>
          <a:chOff x="0" y="0"/>
          <a:chExt cx="0" cy="0"/>
        </a:xfrm>
      </p:grpSpPr>
      <p:grpSp>
        <p:nvGrpSpPr>
          <p:cNvPr id="1031" name="Google Shape;1031;p149"/>
          <p:cNvGrpSpPr/>
          <p:nvPr/>
        </p:nvGrpSpPr>
        <p:grpSpPr>
          <a:xfrm>
            <a:off x="440125" y="1136875"/>
            <a:ext cx="776900" cy="486300"/>
            <a:chOff x="457200" y="1466425"/>
            <a:chExt cx="776900" cy="486300"/>
          </a:xfrm>
        </p:grpSpPr>
        <p:sp>
          <p:nvSpPr>
            <p:cNvPr id="1032" name="Google Shape;1032;p149"/>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1033" name="Google Shape;1033;p149"/>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4" name="Google Shape;1034;p149"/>
          <p:cNvGrpSpPr/>
          <p:nvPr/>
        </p:nvGrpSpPr>
        <p:grpSpPr>
          <a:xfrm>
            <a:off x="440125" y="1791730"/>
            <a:ext cx="776900" cy="486300"/>
            <a:chOff x="457200" y="1466425"/>
            <a:chExt cx="776900" cy="486300"/>
          </a:xfrm>
        </p:grpSpPr>
        <p:sp>
          <p:nvSpPr>
            <p:cNvPr id="1035" name="Google Shape;1035;p149"/>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1036" name="Google Shape;1036;p149"/>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7" name="Google Shape;1037;p149"/>
          <p:cNvGrpSpPr/>
          <p:nvPr/>
        </p:nvGrpSpPr>
        <p:grpSpPr>
          <a:xfrm>
            <a:off x="440125" y="2446585"/>
            <a:ext cx="776900" cy="486300"/>
            <a:chOff x="457200" y="1466425"/>
            <a:chExt cx="776900" cy="486300"/>
          </a:xfrm>
        </p:grpSpPr>
        <p:sp>
          <p:nvSpPr>
            <p:cNvPr id="1038" name="Google Shape;1038;p149"/>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1039" name="Google Shape;1039;p149"/>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40" name="Google Shape;1040;p149"/>
          <p:cNvGrpSpPr/>
          <p:nvPr/>
        </p:nvGrpSpPr>
        <p:grpSpPr>
          <a:xfrm>
            <a:off x="440125" y="3101440"/>
            <a:ext cx="776900" cy="486300"/>
            <a:chOff x="457200" y="1466425"/>
            <a:chExt cx="776900" cy="486300"/>
          </a:xfrm>
        </p:grpSpPr>
        <p:sp>
          <p:nvSpPr>
            <p:cNvPr id="1041" name="Google Shape;1041;p149"/>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1042" name="Google Shape;1042;p149"/>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43" name="Google Shape;1043;p149"/>
          <p:cNvGrpSpPr/>
          <p:nvPr/>
        </p:nvGrpSpPr>
        <p:grpSpPr>
          <a:xfrm>
            <a:off x="440125" y="3756295"/>
            <a:ext cx="776900" cy="486300"/>
            <a:chOff x="457200" y="1466425"/>
            <a:chExt cx="776900" cy="486300"/>
          </a:xfrm>
        </p:grpSpPr>
        <p:sp>
          <p:nvSpPr>
            <p:cNvPr id="1044" name="Google Shape;1044;p149"/>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1045" name="Google Shape;1045;p149"/>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046" name="Google Shape;1046;p149"/>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047" name="Google Shape;1047;p149"/>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8" name="Google Shape;1048;p149"/>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9" name="Google Shape;1049;p149"/>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50" name="Google Shape;1050;p149"/>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51" name="Google Shape;1051;p14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52" name="Google Shape;1052;p149"/>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3" name="Google Shape;1053;p149"/>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4" name="Google Shape;1054;p149"/>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5" name="Google Shape;1055;p149"/>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6" name="Google Shape;1056;p149"/>
          <p:cNvSpPr txBox="1"/>
          <p:nvPr>
            <p:ph idx="5"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7" name="Google Shape;1057;p149"/>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1">
  <p:cSld name="CUSTOM_6_12">
    <p:spTree>
      <p:nvGrpSpPr>
        <p:cNvPr id="1058" name="Shape 1058"/>
        <p:cNvGrpSpPr/>
        <p:nvPr/>
      </p:nvGrpSpPr>
      <p:grpSpPr>
        <a:xfrm>
          <a:off x="0" y="0"/>
          <a:ext cx="0" cy="0"/>
          <a:chOff x="0" y="0"/>
          <a:chExt cx="0" cy="0"/>
        </a:xfrm>
      </p:grpSpPr>
      <p:sp>
        <p:nvSpPr>
          <p:cNvPr id="1059" name="Google Shape;1059;p150"/>
          <p:cNvSpPr/>
          <p:nvPr>
            <p:ph idx="2" type="pic"/>
          </p:nvPr>
        </p:nvSpPr>
        <p:spPr>
          <a:xfrm>
            <a:off x="5923375" y="150"/>
            <a:ext cx="3220500" cy="5143500"/>
          </a:xfrm>
          <a:prstGeom prst="rect">
            <a:avLst/>
          </a:prstGeom>
          <a:noFill/>
          <a:ln>
            <a:noFill/>
          </a:ln>
        </p:spPr>
      </p:sp>
      <p:sp>
        <p:nvSpPr>
          <p:cNvPr id="1060" name="Google Shape;1060;p15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1" name="Google Shape;1061;p15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2" name="Google Shape;1062;p15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2">
  <p:cSld name="CUSTOM_6_13">
    <p:spTree>
      <p:nvGrpSpPr>
        <p:cNvPr id="1063" name="Shape 1063"/>
        <p:cNvGrpSpPr/>
        <p:nvPr/>
      </p:nvGrpSpPr>
      <p:grpSpPr>
        <a:xfrm>
          <a:off x="0" y="0"/>
          <a:ext cx="0" cy="0"/>
          <a:chOff x="0" y="0"/>
          <a:chExt cx="0" cy="0"/>
        </a:xfrm>
      </p:grpSpPr>
      <p:sp>
        <p:nvSpPr>
          <p:cNvPr id="1064" name="Google Shape;1064;p151"/>
          <p:cNvSpPr/>
          <p:nvPr>
            <p:ph idx="2" type="pic"/>
          </p:nvPr>
        </p:nvSpPr>
        <p:spPr>
          <a:xfrm>
            <a:off x="5923375" y="150"/>
            <a:ext cx="3220500" cy="5143500"/>
          </a:xfrm>
          <a:prstGeom prst="rect">
            <a:avLst/>
          </a:prstGeom>
          <a:noFill/>
          <a:ln>
            <a:noFill/>
          </a:ln>
        </p:spPr>
      </p:sp>
      <p:sp>
        <p:nvSpPr>
          <p:cNvPr id="1065" name="Google Shape;1065;p15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6" name="Google Shape;1066;p15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7" name="Google Shape;1067;p15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3">
  <p:cSld name="CUSTOM_6_14">
    <p:spTree>
      <p:nvGrpSpPr>
        <p:cNvPr id="1068" name="Shape 1068"/>
        <p:cNvGrpSpPr/>
        <p:nvPr/>
      </p:nvGrpSpPr>
      <p:grpSpPr>
        <a:xfrm>
          <a:off x="0" y="0"/>
          <a:ext cx="0" cy="0"/>
          <a:chOff x="0" y="0"/>
          <a:chExt cx="0" cy="0"/>
        </a:xfrm>
      </p:grpSpPr>
      <p:sp>
        <p:nvSpPr>
          <p:cNvPr id="1069" name="Google Shape;1069;p152"/>
          <p:cNvSpPr/>
          <p:nvPr>
            <p:ph idx="2" type="pic"/>
          </p:nvPr>
        </p:nvSpPr>
        <p:spPr>
          <a:xfrm>
            <a:off x="5923375" y="150"/>
            <a:ext cx="3220500" cy="5143500"/>
          </a:xfrm>
          <a:prstGeom prst="rect">
            <a:avLst/>
          </a:prstGeom>
          <a:noFill/>
          <a:ln>
            <a:noFill/>
          </a:ln>
        </p:spPr>
      </p:sp>
      <p:sp>
        <p:nvSpPr>
          <p:cNvPr id="1070" name="Google Shape;1070;p152"/>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71" name="Google Shape;1071;p152"/>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2" name="Google Shape;1072;p152"/>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4">
  <p:cSld name="CUSTOM_6_15">
    <p:spTree>
      <p:nvGrpSpPr>
        <p:cNvPr id="1073" name="Shape 1073"/>
        <p:cNvGrpSpPr/>
        <p:nvPr/>
      </p:nvGrpSpPr>
      <p:grpSpPr>
        <a:xfrm>
          <a:off x="0" y="0"/>
          <a:ext cx="0" cy="0"/>
          <a:chOff x="0" y="0"/>
          <a:chExt cx="0" cy="0"/>
        </a:xfrm>
      </p:grpSpPr>
      <p:sp>
        <p:nvSpPr>
          <p:cNvPr id="1074" name="Google Shape;1074;p153"/>
          <p:cNvSpPr/>
          <p:nvPr>
            <p:ph idx="2" type="pic"/>
          </p:nvPr>
        </p:nvSpPr>
        <p:spPr>
          <a:xfrm>
            <a:off x="5923375" y="150"/>
            <a:ext cx="3220500" cy="5143500"/>
          </a:xfrm>
          <a:prstGeom prst="rect">
            <a:avLst/>
          </a:prstGeom>
          <a:noFill/>
          <a:ln>
            <a:noFill/>
          </a:ln>
        </p:spPr>
      </p:sp>
      <p:sp>
        <p:nvSpPr>
          <p:cNvPr id="1075" name="Google Shape;1075;p15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76" name="Google Shape;1076;p15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7" name="Google Shape;1077;p15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5">
  <p:cSld name="CUSTOM_6_16">
    <p:spTree>
      <p:nvGrpSpPr>
        <p:cNvPr id="1078" name="Shape 1078"/>
        <p:cNvGrpSpPr/>
        <p:nvPr/>
      </p:nvGrpSpPr>
      <p:grpSpPr>
        <a:xfrm>
          <a:off x="0" y="0"/>
          <a:ext cx="0" cy="0"/>
          <a:chOff x="0" y="0"/>
          <a:chExt cx="0" cy="0"/>
        </a:xfrm>
      </p:grpSpPr>
      <p:sp>
        <p:nvSpPr>
          <p:cNvPr id="1079" name="Google Shape;1079;p154"/>
          <p:cNvSpPr/>
          <p:nvPr>
            <p:ph idx="2" type="pic"/>
          </p:nvPr>
        </p:nvSpPr>
        <p:spPr>
          <a:xfrm>
            <a:off x="5923375" y="150"/>
            <a:ext cx="3220500" cy="5143500"/>
          </a:xfrm>
          <a:prstGeom prst="rect">
            <a:avLst/>
          </a:prstGeom>
          <a:noFill/>
          <a:ln>
            <a:noFill/>
          </a:ln>
        </p:spPr>
      </p:sp>
      <p:sp>
        <p:nvSpPr>
          <p:cNvPr id="1080" name="Google Shape;1080;p15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81" name="Google Shape;1081;p15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82" name="Google Shape;1082;p15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2">
  <p:cSld name="CUSTOM_4_3">
    <p:spTree>
      <p:nvGrpSpPr>
        <p:cNvPr id="1083" name="Shape 1083"/>
        <p:cNvGrpSpPr/>
        <p:nvPr/>
      </p:nvGrpSpPr>
      <p:grpSpPr>
        <a:xfrm>
          <a:off x="0" y="0"/>
          <a:ext cx="0" cy="0"/>
          <a:chOff x="0" y="0"/>
          <a:chExt cx="0" cy="0"/>
        </a:xfrm>
      </p:grpSpPr>
      <p:sp>
        <p:nvSpPr>
          <p:cNvPr id="1084" name="Google Shape;1084;p155"/>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85" name="Google Shape;1085;p155"/>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1086" name="Google Shape;1086;p155"/>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1087" name="Google Shape;1087;p155"/>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2">
  <p:cSld name="CUSTOM_11_1_1_1_2">
    <p:spTree>
      <p:nvGrpSpPr>
        <p:cNvPr id="1088" name="Shape 1088"/>
        <p:cNvGrpSpPr/>
        <p:nvPr/>
      </p:nvGrpSpPr>
      <p:grpSpPr>
        <a:xfrm>
          <a:off x="0" y="0"/>
          <a:ext cx="0" cy="0"/>
          <a:chOff x="0" y="0"/>
          <a:chExt cx="0" cy="0"/>
        </a:xfrm>
      </p:grpSpPr>
      <p:cxnSp>
        <p:nvCxnSpPr>
          <p:cNvPr id="1089" name="Google Shape;1089;p156"/>
          <p:cNvCxnSpPr/>
          <p:nvPr/>
        </p:nvCxnSpPr>
        <p:spPr>
          <a:xfrm>
            <a:off x="30950" y="1978775"/>
            <a:ext cx="1014300" cy="0"/>
          </a:xfrm>
          <a:prstGeom prst="straightConnector1">
            <a:avLst/>
          </a:prstGeom>
          <a:noFill/>
          <a:ln cap="flat" cmpd="sng" w="19050">
            <a:solidFill>
              <a:schemeClr val="accent6"/>
            </a:solidFill>
            <a:prstDash val="solid"/>
            <a:round/>
            <a:headEnd len="med" w="med" type="none"/>
            <a:tailEnd len="med" w="med" type="oval"/>
          </a:ln>
        </p:spPr>
      </p:cxnSp>
      <p:cxnSp>
        <p:nvCxnSpPr>
          <p:cNvPr id="1090" name="Google Shape;1090;p156"/>
          <p:cNvCxnSpPr/>
          <p:nvPr/>
        </p:nvCxnSpPr>
        <p:spPr>
          <a:xfrm>
            <a:off x="14793" y="1979550"/>
            <a:ext cx="1030500" cy="0"/>
          </a:xfrm>
          <a:prstGeom prst="straightConnector1">
            <a:avLst/>
          </a:prstGeom>
          <a:noFill/>
          <a:ln cap="flat" cmpd="sng" w="19050">
            <a:solidFill>
              <a:schemeClr val="accent6"/>
            </a:solidFill>
            <a:prstDash val="solid"/>
            <a:round/>
            <a:headEnd len="med" w="med" type="none"/>
            <a:tailEnd len="med" w="med" type="oval"/>
          </a:ln>
        </p:spPr>
      </p:cxnSp>
      <p:cxnSp>
        <p:nvCxnSpPr>
          <p:cNvPr id="1091" name="Google Shape;1091;p156"/>
          <p:cNvCxnSpPr/>
          <p:nvPr/>
        </p:nvCxnSpPr>
        <p:spPr>
          <a:xfrm>
            <a:off x="25190" y="2617525"/>
            <a:ext cx="1020300" cy="0"/>
          </a:xfrm>
          <a:prstGeom prst="straightConnector1">
            <a:avLst/>
          </a:prstGeom>
          <a:noFill/>
          <a:ln cap="flat" cmpd="sng" w="19050">
            <a:solidFill>
              <a:schemeClr val="accent6"/>
            </a:solidFill>
            <a:prstDash val="solid"/>
            <a:round/>
            <a:headEnd len="med" w="med" type="none"/>
            <a:tailEnd len="med" w="med" type="oval"/>
          </a:ln>
        </p:spPr>
      </p:cxnSp>
      <p:cxnSp>
        <p:nvCxnSpPr>
          <p:cNvPr id="1092" name="Google Shape;1092;p156"/>
          <p:cNvCxnSpPr/>
          <p:nvPr/>
        </p:nvCxnSpPr>
        <p:spPr>
          <a:xfrm>
            <a:off x="-6000" y="3256375"/>
            <a:ext cx="1051200" cy="0"/>
          </a:xfrm>
          <a:prstGeom prst="straightConnector1">
            <a:avLst/>
          </a:prstGeom>
          <a:noFill/>
          <a:ln cap="flat" cmpd="sng" w="19050">
            <a:solidFill>
              <a:schemeClr val="accent6"/>
            </a:solidFill>
            <a:prstDash val="solid"/>
            <a:round/>
            <a:headEnd len="med" w="med" type="none"/>
            <a:tailEnd len="med" w="med" type="oval"/>
          </a:ln>
        </p:spPr>
      </p:cxnSp>
      <p:sp>
        <p:nvSpPr>
          <p:cNvPr id="1093" name="Google Shape;1093;p156"/>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56"/>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56"/>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56"/>
          <p:cNvSpPr/>
          <p:nvPr/>
        </p:nvSpPr>
        <p:spPr>
          <a:xfrm>
            <a:off x="870800" y="3094822"/>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97" name="Google Shape;1097;p156"/>
          <p:cNvSpPr txBox="1"/>
          <p:nvPr>
            <p:ph idx="1" type="subTitle"/>
          </p:nvPr>
        </p:nvSpPr>
        <p:spPr>
          <a:xfrm>
            <a:off x="1193900" y="1771650"/>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8" name="Google Shape;1098;p156"/>
          <p:cNvSpPr txBox="1"/>
          <p:nvPr>
            <p:ph idx="2" type="subTitle"/>
          </p:nvPr>
        </p:nvSpPr>
        <p:spPr>
          <a:xfrm>
            <a:off x="1193900" y="2417425"/>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9" name="Google Shape;1099;p156"/>
          <p:cNvSpPr txBox="1"/>
          <p:nvPr>
            <p:ph idx="3" type="subTitle"/>
          </p:nvPr>
        </p:nvSpPr>
        <p:spPr>
          <a:xfrm>
            <a:off x="1193900" y="3063225"/>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00" name="Google Shape;1100;p156"/>
          <p:cNvSpPr/>
          <p:nvPr/>
        </p:nvSpPr>
        <p:spPr>
          <a:xfrm>
            <a:off x="870800" y="2459660"/>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101" name="Google Shape;1101;p156"/>
          <p:cNvSpPr/>
          <p:nvPr/>
        </p:nvSpPr>
        <p:spPr>
          <a:xfrm>
            <a:off x="870800" y="1817547"/>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102" name="Google Shape;1102;p15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3" name="Google Shape;1103;p156"/>
          <p:cNvSpPr txBox="1"/>
          <p:nvPr>
            <p:ph idx="4"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6">
  <p:cSld name="CUSTOM_6_17">
    <p:spTree>
      <p:nvGrpSpPr>
        <p:cNvPr id="1104" name="Shape 1104"/>
        <p:cNvGrpSpPr/>
        <p:nvPr/>
      </p:nvGrpSpPr>
      <p:grpSpPr>
        <a:xfrm>
          <a:off x="0" y="0"/>
          <a:ext cx="0" cy="0"/>
          <a:chOff x="0" y="0"/>
          <a:chExt cx="0" cy="0"/>
        </a:xfrm>
      </p:grpSpPr>
      <p:sp>
        <p:nvSpPr>
          <p:cNvPr id="1105" name="Google Shape;1105;p157"/>
          <p:cNvSpPr/>
          <p:nvPr>
            <p:ph idx="2" type="pic"/>
          </p:nvPr>
        </p:nvSpPr>
        <p:spPr>
          <a:xfrm>
            <a:off x="5923375" y="150"/>
            <a:ext cx="3220500" cy="5143500"/>
          </a:xfrm>
          <a:prstGeom prst="rect">
            <a:avLst/>
          </a:prstGeom>
          <a:noFill/>
          <a:ln>
            <a:noFill/>
          </a:ln>
        </p:spPr>
      </p:sp>
      <p:sp>
        <p:nvSpPr>
          <p:cNvPr id="1106" name="Google Shape;1106;p157"/>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07" name="Google Shape;1107;p157"/>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08" name="Google Shape;1108;p157"/>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7">
  <p:cSld name="CUSTOM_6_18">
    <p:spTree>
      <p:nvGrpSpPr>
        <p:cNvPr id="1109" name="Shape 1109"/>
        <p:cNvGrpSpPr/>
        <p:nvPr/>
      </p:nvGrpSpPr>
      <p:grpSpPr>
        <a:xfrm>
          <a:off x="0" y="0"/>
          <a:ext cx="0" cy="0"/>
          <a:chOff x="0" y="0"/>
          <a:chExt cx="0" cy="0"/>
        </a:xfrm>
      </p:grpSpPr>
      <p:sp>
        <p:nvSpPr>
          <p:cNvPr id="1110" name="Google Shape;1110;p158"/>
          <p:cNvSpPr/>
          <p:nvPr>
            <p:ph idx="2" type="pic"/>
          </p:nvPr>
        </p:nvSpPr>
        <p:spPr>
          <a:xfrm>
            <a:off x="5923375" y="150"/>
            <a:ext cx="3220500" cy="5143500"/>
          </a:xfrm>
          <a:prstGeom prst="rect">
            <a:avLst/>
          </a:prstGeom>
          <a:noFill/>
          <a:ln>
            <a:noFill/>
          </a:ln>
        </p:spPr>
      </p:sp>
      <p:sp>
        <p:nvSpPr>
          <p:cNvPr id="1111" name="Google Shape;1111;p158"/>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12" name="Google Shape;1112;p158"/>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3" name="Google Shape;1113;p158"/>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8">
  <p:cSld name="CUSTOM_6_19">
    <p:spTree>
      <p:nvGrpSpPr>
        <p:cNvPr id="1114" name="Shape 1114"/>
        <p:cNvGrpSpPr/>
        <p:nvPr/>
      </p:nvGrpSpPr>
      <p:grpSpPr>
        <a:xfrm>
          <a:off x="0" y="0"/>
          <a:ext cx="0" cy="0"/>
          <a:chOff x="0" y="0"/>
          <a:chExt cx="0" cy="0"/>
        </a:xfrm>
      </p:grpSpPr>
      <p:sp>
        <p:nvSpPr>
          <p:cNvPr id="1115" name="Google Shape;1115;p159"/>
          <p:cNvSpPr/>
          <p:nvPr>
            <p:ph idx="2" type="pic"/>
          </p:nvPr>
        </p:nvSpPr>
        <p:spPr>
          <a:xfrm>
            <a:off x="5923375" y="150"/>
            <a:ext cx="3220500" cy="5143500"/>
          </a:xfrm>
          <a:prstGeom prst="rect">
            <a:avLst/>
          </a:prstGeom>
          <a:noFill/>
          <a:ln>
            <a:noFill/>
          </a:ln>
        </p:spPr>
      </p:sp>
      <p:sp>
        <p:nvSpPr>
          <p:cNvPr id="1116" name="Google Shape;1116;p159"/>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17" name="Google Shape;1117;p159"/>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8" name="Google Shape;1118;p159"/>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9">
  <p:cSld name="CUSTOM_6_20">
    <p:spTree>
      <p:nvGrpSpPr>
        <p:cNvPr id="1119" name="Shape 1119"/>
        <p:cNvGrpSpPr/>
        <p:nvPr/>
      </p:nvGrpSpPr>
      <p:grpSpPr>
        <a:xfrm>
          <a:off x="0" y="0"/>
          <a:ext cx="0" cy="0"/>
          <a:chOff x="0" y="0"/>
          <a:chExt cx="0" cy="0"/>
        </a:xfrm>
      </p:grpSpPr>
      <p:sp>
        <p:nvSpPr>
          <p:cNvPr id="1120" name="Google Shape;1120;p160"/>
          <p:cNvSpPr/>
          <p:nvPr>
            <p:ph idx="2" type="pic"/>
          </p:nvPr>
        </p:nvSpPr>
        <p:spPr>
          <a:xfrm>
            <a:off x="5923375" y="150"/>
            <a:ext cx="3220500" cy="5143500"/>
          </a:xfrm>
          <a:prstGeom prst="rect">
            <a:avLst/>
          </a:prstGeom>
          <a:noFill/>
          <a:ln>
            <a:noFill/>
          </a:ln>
        </p:spPr>
      </p:sp>
      <p:sp>
        <p:nvSpPr>
          <p:cNvPr id="1121" name="Google Shape;1121;p160"/>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22" name="Google Shape;1122;p160"/>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23" name="Google Shape;1123;p160"/>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Line Removed)">
  <p:cSld name="CUSTOM_2_7_2_2_1">
    <p:spTree>
      <p:nvGrpSpPr>
        <p:cNvPr id="1124" name="Shape 1124"/>
        <p:cNvGrpSpPr/>
        <p:nvPr/>
      </p:nvGrpSpPr>
      <p:grpSpPr>
        <a:xfrm>
          <a:off x="0" y="0"/>
          <a:ext cx="0" cy="0"/>
          <a:chOff x="0" y="0"/>
          <a:chExt cx="0" cy="0"/>
        </a:xfrm>
      </p:grpSpPr>
      <p:sp>
        <p:nvSpPr>
          <p:cNvPr id="1125" name="Google Shape;1125;p161"/>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26" name="Google Shape;1126;p1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27" name="Google Shape;1127;p1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1128" name="Google Shape;1128;p161"/>
          <p:cNvSpPr txBox="1"/>
          <p:nvPr>
            <p:ph idx="2" type="body"/>
          </p:nvPr>
        </p:nvSpPr>
        <p:spPr>
          <a:xfrm>
            <a:off x="175" y="1284250"/>
            <a:ext cx="9144000" cy="32628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3">
  <p:cSld name="CUSTOM_11_1_1_2_1">
    <p:spTree>
      <p:nvGrpSpPr>
        <p:cNvPr id="1129" name="Shape 1129"/>
        <p:cNvGrpSpPr/>
        <p:nvPr/>
      </p:nvGrpSpPr>
      <p:grpSpPr>
        <a:xfrm>
          <a:off x="0" y="0"/>
          <a:ext cx="0" cy="0"/>
          <a:chOff x="0" y="0"/>
          <a:chExt cx="0" cy="0"/>
        </a:xfrm>
      </p:grpSpPr>
      <p:sp>
        <p:nvSpPr>
          <p:cNvPr id="1130" name="Google Shape;1130;p16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31" name="Google Shape;1131;p162"/>
          <p:cNvSpPr/>
          <p:nvPr/>
        </p:nvSpPr>
        <p:spPr>
          <a:xfrm>
            <a:off x="1352550" y="1136875"/>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32" name="Google Shape;1132;p162"/>
          <p:cNvGrpSpPr/>
          <p:nvPr/>
        </p:nvGrpSpPr>
        <p:grpSpPr>
          <a:xfrm>
            <a:off x="457200" y="1136863"/>
            <a:ext cx="776889" cy="621300"/>
            <a:chOff x="457200" y="1378813"/>
            <a:chExt cx="776889" cy="621300"/>
          </a:xfrm>
        </p:grpSpPr>
        <p:sp>
          <p:nvSpPr>
            <p:cNvPr id="1133" name="Google Shape;1133;p162"/>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01</a:t>
              </a:r>
              <a:endParaRPr i="0" sz="3000" u="none" cap="none" strike="noStrike">
                <a:solidFill>
                  <a:schemeClr val="dk2"/>
                </a:solidFill>
                <a:latin typeface="Roboto"/>
                <a:ea typeface="Roboto"/>
                <a:cs typeface="Roboto"/>
                <a:sym typeface="Roboto"/>
              </a:endParaRPr>
            </a:p>
          </p:txBody>
        </p:sp>
        <p:sp>
          <p:nvSpPr>
            <p:cNvPr id="1134" name="Google Shape;1134;p162"/>
            <p:cNvSpPr/>
            <p:nvPr/>
          </p:nvSpPr>
          <p:spPr>
            <a:xfrm rot="5400000">
              <a:off x="969614" y="16076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135" name="Google Shape;1135;p162"/>
          <p:cNvGrpSpPr/>
          <p:nvPr/>
        </p:nvGrpSpPr>
        <p:grpSpPr>
          <a:xfrm>
            <a:off x="457200" y="1986775"/>
            <a:ext cx="776889" cy="621300"/>
            <a:chOff x="457200" y="1378813"/>
            <a:chExt cx="776889" cy="621300"/>
          </a:xfrm>
        </p:grpSpPr>
        <p:sp>
          <p:nvSpPr>
            <p:cNvPr id="1136" name="Google Shape;1136;p162"/>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137" name="Google Shape;1137;p162"/>
            <p:cNvSpPr/>
            <p:nvPr/>
          </p:nvSpPr>
          <p:spPr>
            <a:xfrm rot="5400000">
              <a:off x="969614" y="16076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138" name="Google Shape;1138;p162"/>
          <p:cNvGrpSpPr/>
          <p:nvPr/>
        </p:nvGrpSpPr>
        <p:grpSpPr>
          <a:xfrm>
            <a:off x="457200" y="2831900"/>
            <a:ext cx="776889" cy="621300"/>
            <a:chOff x="457200" y="1378813"/>
            <a:chExt cx="776889" cy="621300"/>
          </a:xfrm>
        </p:grpSpPr>
        <p:sp>
          <p:nvSpPr>
            <p:cNvPr id="1139" name="Google Shape;1139;p162"/>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1140" name="Google Shape;1140;p162"/>
            <p:cNvSpPr/>
            <p:nvPr/>
          </p:nvSpPr>
          <p:spPr>
            <a:xfrm rot="5400000">
              <a:off x="969614" y="1607625"/>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sp>
        <p:nvSpPr>
          <p:cNvPr id="1141" name="Google Shape;1141;p162"/>
          <p:cNvSpPr/>
          <p:nvPr/>
        </p:nvSpPr>
        <p:spPr>
          <a:xfrm>
            <a:off x="1352550" y="1989186"/>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162"/>
          <p:cNvSpPr/>
          <p:nvPr/>
        </p:nvSpPr>
        <p:spPr>
          <a:xfrm>
            <a:off x="1352550" y="2831900"/>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162"/>
          <p:cNvSpPr txBox="1"/>
          <p:nvPr/>
        </p:nvSpPr>
        <p:spPr>
          <a:xfrm>
            <a:off x="-23999" y="1179250"/>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144" name="Google Shape;1144;p162"/>
          <p:cNvSpPr txBox="1"/>
          <p:nvPr/>
        </p:nvSpPr>
        <p:spPr>
          <a:xfrm>
            <a:off x="-23999" y="1991589"/>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145" name="Google Shape;1145;p162"/>
          <p:cNvSpPr txBox="1"/>
          <p:nvPr/>
        </p:nvSpPr>
        <p:spPr>
          <a:xfrm>
            <a:off x="-11683" y="2834324"/>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146" name="Google Shape;1146;p162"/>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4">
  <p:cSld name="CUSTOM_11_1_1_4">
    <p:spTree>
      <p:nvGrpSpPr>
        <p:cNvPr id="1147" name="Shape 1147"/>
        <p:cNvGrpSpPr/>
        <p:nvPr/>
      </p:nvGrpSpPr>
      <p:grpSpPr>
        <a:xfrm>
          <a:off x="0" y="0"/>
          <a:ext cx="0" cy="0"/>
          <a:chOff x="0" y="0"/>
          <a:chExt cx="0" cy="0"/>
        </a:xfrm>
      </p:grpSpPr>
      <p:sp>
        <p:nvSpPr>
          <p:cNvPr id="1148" name="Google Shape;1148;p163"/>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63"/>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63"/>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163"/>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63"/>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153" name="Google Shape;1153;p163"/>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154" name="Google Shape;1154;p163"/>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155" name="Google Shape;1155;p163"/>
          <p:cNvSpPr/>
          <p:nvPr/>
        </p:nvSpPr>
        <p:spPr>
          <a:xfrm>
            <a:off x="80285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156" name="Google Shape;1156;p163"/>
          <p:cNvSpPr txBox="1"/>
          <p:nvPr>
            <p:ph idx="1" type="subTitle"/>
          </p:nvPr>
        </p:nvSpPr>
        <p:spPr>
          <a:xfrm>
            <a:off x="1354400" y="1129175"/>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57" name="Google Shape;1157;p163"/>
          <p:cNvSpPr txBox="1"/>
          <p:nvPr>
            <p:ph idx="2" type="subTitle"/>
          </p:nvPr>
        </p:nvSpPr>
        <p:spPr>
          <a:xfrm>
            <a:off x="1354400" y="1771638"/>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58" name="Google Shape;1158;p163"/>
          <p:cNvSpPr txBox="1"/>
          <p:nvPr>
            <p:ph idx="3" type="subTitle"/>
          </p:nvPr>
        </p:nvSpPr>
        <p:spPr>
          <a:xfrm>
            <a:off x="1354400" y="2417425"/>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59" name="Google Shape;1159;p163"/>
          <p:cNvSpPr txBox="1"/>
          <p:nvPr>
            <p:ph idx="4" type="subTitle"/>
          </p:nvPr>
        </p:nvSpPr>
        <p:spPr>
          <a:xfrm>
            <a:off x="1354400" y="3063213"/>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60" name="Google Shape;1160;p16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61" name="Google Shape;1161;p163"/>
          <p:cNvSpPr txBox="1"/>
          <p:nvPr>
            <p:ph idx="5"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2">
  <p:cSld name="CUSTOM_11_1_1_2_5">
    <p:spTree>
      <p:nvGrpSpPr>
        <p:cNvPr id="1162" name="Shape 1162"/>
        <p:cNvGrpSpPr/>
        <p:nvPr/>
      </p:nvGrpSpPr>
      <p:grpSpPr>
        <a:xfrm>
          <a:off x="0" y="0"/>
          <a:ext cx="0" cy="0"/>
          <a:chOff x="0" y="0"/>
          <a:chExt cx="0" cy="0"/>
        </a:xfrm>
      </p:grpSpPr>
      <p:grpSp>
        <p:nvGrpSpPr>
          <p:cNvPr id="1163" name="Google Shape;1163;p164"/>
          <p:cNvGrpSpPr/>
          <p:nvPr/>
        </p:nvGrpSpPr>
        <p:grpSpPr>
          <a:xfrm>
            <a:off x="440125" y="1136875"/>
            <a:ext cx="776900" cy="486300"/>
            <a:chOff x="457200" y="1466425"/>
            <a:chExt cx="776900" cy="486300"/>
          </a:xfrm>
        </p:grpSpPr>
        <p:sp>
          <p:nvSpPr>
            <p:cNvPr id="1164" name="Google Shape;1164;p164"/>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a:ea typeface="Roboto"/>
                  <a:cs typeface="Roboto"/>
                  <a:sym typeface="Roboto"/>
                </a:rPr>
                <a:t>01</a:t>
              </a:r>
              <a:endParaRPr i="0" sz="3000" u="none" cap="none" strike="noStrike">
                <a:solidFill>
                  <a:srgbClr val="082D49"/>
                </a:solidFill>
                <a:latin typeface="Roboto"/>
                <a:ea typeface="Roboto"/>
                <a:cs typeface="Roboto"/>
                <a:sym typeface="Roboto"/>
              </a:endParaRPr>
            </a:p>
          </p:txBody>
        </p:sp>
        <p:sp>
          <p:nvSpPr>
            <p:cNvPr id="1165" name="Google Shape;1165;p164"/>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66" name="Google Shape;1166;p164"/>
          <p:cNvGrpSpPr/>
          <p:nvPr/>
        </p:nvGrpSpPr>
        <p:grpSpPr>
          <a:xfrm>
            <a:off x="440125" y="1791730"/>
            <a:ext cx="776900" cy="486300"/>
            <a:chOff x="457200" y="1466425"/>
            <a:chExt cx="776900" cy="486300"/>
          </a:xfrm>
        </p:grpSpPr>
        <p:sp>
          <p:nvSpPr>
            <p:cNvPr id="1167" name="Google Shape;1167;p164"/>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168" name="Google Shape;1168;p164"/>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69" name="Google Shape;1169;p164"/>
          <p:cNvGrpSpPr/>
          <p:nvPr/>
        </p:nvGrpSpPr>
        <p:grpSpPr>
          <a:xfrm>
            <a:off x="440125" y="2446585"/>
            <a:ext cx="776900" cy="486300"/>
            <a:chOff x="457200" y="1466425"/>
            <a:chExt cx="776900" cy="486300"/>
          </a:xfrm>
        </p:grpSpPr>
        <p:sp>
          <p:nvSpPr>
            <p:cNvPr id="1170" name="Google Shape;1170;p164"/>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1171" name="Google Shape;1171;p164"/>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72" name="Google Shape;1172;p164"/>
          <p:cNvGrpSpPr/>
          <p:nvPr/>
        </p:nvGrpSpPr>
        <p:grpSpPr>
          <a:xfrm>
            <a:off x="440125" y="3101440"/>
            <a:ext cx="776900" cy="486300"/>
            <a:chOff x="457200" y="1466425"/>
            <a:chExt cx="776900" cy="486300"/>
          </a:xfrm>
        </p:grpSpPr>
        <p:sp>
          <p:nvSpPr>
            <p:cNvPr id="1173" name="Google Shape;1173;p164"/>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a:ea typeface="Roboto"/>
                  <a:cs typeface="Roboto"/>
                  <a:sym typeface="Roboto"/>
                </a:rPr>
                <a:t>04</a:t>
              </a:r>
              <a:endParaRPr i="0" sz="3000" u="none" cap="none" strike="noStrike">
                <a:solidFill>
                  <a:srgbClr val="082D49"/>
                </a:solidFill>
                <a:latin typeface="Roboto"/>
                <a:ea typeface="Roboto"/>
                <a:cs typeface="Roboto"/>
                <a:sym typeface="Roboto"/>
              </a:endParaRPr>
            </a:p>
          </p:txBody>
        </p:sp>
        <p:sp>
          <p:nvSpPr>
            <p:cNvPr id="1174" name="Google Shape;1174;p164"/>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75" name="Google Shape;1175;p164"/>
          <p:cNvGrpSpPr/>
          <p:nvPr/>
        </p:nvGrpSpPr>
        <p:grpSpPr>
          <a:xfrm>
            <a:off x="440125" y="3756295"/>
            <a:ext cx="776900" cy="486300"/>
            <a:chOff x="457200" y="1466425"/>
            <a:chExt cx="776900" cy="486300"/>
          </a:xfrm>
        </p:grpSpPr>
        <p:sp>
          <p:nvSpPr>
            <p:cNvPr id="1176" name="Google Shape;1176;p164"/>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05</a:t>
              </a:r>
              <a:endParaRPr i="0" sz="3000" u="none" cap="none" strike="noStrike">
                <a:solidFill>
                  <a:srgbClr val="FFFFFF"/>
                </a:solidFill>
                <a:latin typeface="Roboto"/>
                <a:ea typeface="Roboto"/>
                <a:cs typeface="Roboto"/>
                <a:sym typeface="Roboto"/>
              </a:endParaRPr>
            </a:p>
          </p:txBody>
        </p:sp>
        <p:sp>
          <p:nvSpPr>
            <p:cNvPr id="1177" name="Google Shape;1177;p164"/>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178" name="Google Shape;1178;p164"/>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179" name="Google Shape;1179;p164"/>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180" name="Google Shape;1180;p164"/>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181" name="Google Shape;1181;p164"/>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182" name="Google Shape;1182;p164"/>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183" name="Google Shape;1183;p16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84" name="Google Shape;1184;p164"/>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5" name="Google Shape;1185;p164"/>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6" name="Google Shape;1186;p164"/>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7" name="Google Shape;1187;p164"/>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8" name="Google Shape;1188;p164"/>
          <p:cNvSpPr txBox="1"/>
          <p:nvPr>
            <p:ph idx="5"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9" name="Google Shape;1189;p164"/>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1190" name="Shape 1190"/>
        <p:cNvGrpSpPr/>
        <p:nvPr/>
      </p:nvGrpSpPr>
      <p:grpSpPr>
        <a:xfrm>
          <a:off x="0" y="0"/>
          <a:ext cx="0" cy="0"/>
          <a:chOff x="0" y="0"/>
          <a:chExt cx="0" cy="0"/>
        </a:xfrm>
      </p:grpSpPr>
      <p:sp>
        <p:nvSpPr>
          <p:cNvPr id="1191" name="Google Shape;1191;p165"/>
          <p:cNvSpPr txBox="1"/>
          <p:nvPr>
            <p:ph idx="1" type="body"/>
          </p:nvPr>
        </p:nvSpPr>
        <p:spPr>
          <a:xfrm>
            <a:off x="692300" y="1122950"/>
            <a:ext cx="8139900" cy="34458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192" name="Google Shape;1192;p16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93" name="Google Shape;1193;p165"/>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3 2">
  <p:cSld name="CUSTOM_11_1_1_2_1_2">
    <p:spTree>
      <p:nvGrpSpPr>
        <p:cNvPr id="1194" name="Shape 1194"/>
        <p:cNvGrpSpPr/>
        <p:nvPr/>
      </p:nvGrpSpPr>
      <p:grpSpPr>
        <a:xfrm>
          <a:off x="0" y="0"/>
          <a:ext cx="0" cy="0"/>
          <a:chOff x="0" y="0"/>
          <a:chExt cx="0" cy="0"/>
        </a:xfrm>
      </p:grpSpPr>
      <p:sp>
        <p:nvSpPr>
          <p:cNvPr id="1195" name="Google Shape;1195;p16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96" name="Google Shape;1196;p166"/>
          <p:cNvSpPr/>
          <p:nvPr/>
        </p:nvSpPr>
        <p:spPr>
          <a:xfrm>
            <a:off x="1352550" y="1136875"/>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97" name="Google Shape;1197;p166"/>
          <p:cNvGrpSpPr/>
          <p:nvPr/>
        </p:nvGrpSpPr>
        <p:grpSpPr>
          <a:xfrm>
            <a:off x="457200" y="1136863"/>
            <a:ext cx="776889" cy="621300"/>
            <a:chOff x="457200" y="1378813"/>
            <a:chExt cx="776889" cy="621300"/>
          </a:xfrm>
        </p:grpSpPr>
        <p:sp>
          <p:nvSpPr>
            <p:cNvPr id="1198" name="Google Shape;1198;p166"/>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01</a:t>
              </a:r>
              <a:endParaRPr i="0" sz="3000" u="none" cap="none" strike="noStrike">
                <a:solidFill>
                  <a:schemeClr val="dk2"/>
                </a:solidFill>
                <a:latin typeface="Roboto"/>
                <a:ea typeface="Roboto"/>
                <a:cs typeface="Roboto"/>
                <a:sym typeface="Roboto"/>
              </a:endParaRPr>
            </a:p>
          </p:txBody>
        </p:sp>
        <p:sp>
          <p:nvSpPr>
            <p:cNvPr id="1199" name="Google Shape;1199;p166"/>
            <p:cNvSpPr/>
            <p:nvPr/>
          </p:nvSpPr>
          <p:spPr>
            <a:xfrm rot="5400000">
              <a:off x="969614" y="16076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200" name="Google Shape;1200;p166"/>
          <p:cNvGrpSpPr/>
          <p:nvPr/>
        </p:nvGrpSpPr>
        <p:grpSpPr>
          <a:xfrm>
            <a:off x="457200" y="1986775"/>
            <a:ext cx="776889" cy="621300"/>
            <a:chOff x="457200" y="1378813"/>
            <a:chExt cx="776889" cy="621300"/>
          </a:xfrm>
        </p:grpSpPr>
        <p:sp>
          <p:nvSpPr>
            <p:cNvPr id="1201" name="Google Shape;1201;p166"/>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202" name="Google Shape;1202;p166"/>
            <p:cNvSpPr/>
            <p:nvPr/>
          </p:nvSpPr>
          <p:spPr>
            <a:xfrm rot="5400000">
              <a:off x="969614" y="16076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sp>
        <p:nvSpPr>
          <p:cNvPr id="1203" name="Google Shape;1203;p166"/>
          <p:cNvSpPr/>
          <p:nvPr/>
        </p:nvSpPr>
        <p:spPr>
          <a:xfrm>
            <a:off x="1352550" y="1989186"/>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166"/>
          <p:cNvSpPr txBox="1"/>
          <p:nvPr/>
        </p:nvSpPr>
        <p:spPr>
          <a:xfrm>
            <a:off x="-23999" y="1179250"/>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205" name="Google Shape;1205;p166"/>
          <p:cNvSpPr txBox="1"/>
          <p:nvPr/>
        </p:nvSpPr>
        <p:spPr>
          <a:xfrm>
            <a:off x="-23999" y="1991589"/>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206" name="Google Shape;1206;p166"/>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4">
  <p:cSld name="CUSTOM_11_1_1_2_2">
    <p:spTree>
      <p:nvGrpSpPr>
        <p:cNvPr id="1207" name="Shape 1207"/>
        <p:cNvGrpSpPr/>
        <p:nvPr/>
      </p:nvGrpSpPr>
      <p:grpSpPr>
        <a:xfrm>
          <a:off x="0" y="0"/>
          <a:ext cx="0" cy="0"/>
          <a:chOff x="0" y="0"/>
          <a:chExt cx="0" cy="0"/>
        </a:xfrm>
      </p:grpSpPr>
      <p:grpSp>
        <p:nvGrpSpPr>
          <p:cNvPr id="1208" name="Google Shape;1208;p167"/>
          <p:cNvGrpSpPr/>
          <p:nvPr/>
        </p:nvGrpSpPr>
        <p:grpSpPr>
          <a:xfrm>
            <a:off x="440125" y="1136875"/>
            <a:ext cx="776900" cy="486300"/>
            <a:chOff x="457200" y="1466425"/>
            <a:chExt cx="776900" cy="486300"/>
          </a:xfrm>
        </p:grpSpPr>
        <p:sp>
          <p:nvSpPr>
            <p:cNvPr id="1209" name="Google Shape;1209;p167"/>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01</a:t>
              </a:r>
              <a:endParaRPr i="0" sz="3000" u="none" cap="none" strike="noStrike">
                <a:solidFill>
                  <a:schemeClr val="dk2"/>
                </a:solidFill>
                <a:latin typeface="Roboto"/>
                <a:ea typeface="Roboto"/>
                <a:cs typeface="Roboto"/>
                <a:sym typeface="Roboto"/>
              </a:endParaRPr>
            </a:p>
          </p:txBody>
        </p:sp>
        <p:sp>
          <p:nvSpPr>
            <p:cNvPr id="1210" name="Google Shape;1210;p167"/>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11" name="Google Shape;1211;p167"/>
          <p:cNvGrpSpPr/>
          <p:nvPr/>
        </p:nvGrpSpPr>
        <p:grpSpPr>
          <a:xfrm>
            <a:off x="440125" y="1791730"/>
            <a:ext cx="776900" cy="486300"/>
            <a:chOff x="457200" y="1466425"/>
            <a:chExt cx="776900" cy="486300"/>
          </a:xfrm>
        </p:grpSpPr>
        <p:sp>
          <p:nvSpPr>
            <p:cNvPr id="1212" name="Google Shape;1212;p167"/>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213" name="Google Shape;1213;p167"/>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14" name="Google Shape;1214;p167"/>
          <p:cNvGrpSpPr/>
          <p:nvPr/>
        </p:nvGrpSpPr>
        <p:grpSpPr>
          <a:xfrm>
            <a:off x="440125" y="2446585"/>
            <a:ext cx="776900" cy="486300"/>
            <a:chOff x="457200" y="1466425"/>
            <a:chExt cx="776900" cy="486300"/>
          </a:xfrm>
        </p:grpSpPr>
        <p:sp>
          <p:nvSpPr>
            <p:cNvPr id="1215" name="Google Shape;1215;p167"/>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1216" name="Google Shape;1216;p167"/>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17" name="Google Shape;1217;p167"/>
          <p:cNvGrpSpPr/>
          <p:nvPr/>
        </p:nvGrpSpPr>
        <p:grpSpPr>
          <a:xfrm>
            <a:off x="440125" y="3101440"/>
            <a:ext cx="776900" cy="486300"/>
            <a:chOff x="457200" y="1466425"/>
            <a:chExt cx="776900" cy="486300"/>
          </a:xfrm>
        </p:grpSpPr>
        <p:sp>
          <p:nvSpPr>
            <p:cNvPr id="1218" name="Google Shape;1218;p167"/>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04</a:t>
              </a:r>
              <a:endParaRPr i="0" sz="3000" u="none" cap="none" strike="noStrike">
                <a:solidFill>
                  <a:schemeClr val="dk2"/>
                </a:solidFill>
                <a:latin typeface="Roboto"/>
                <a:ea typeface="Roboto"/>
                <a:cs typeface="Roboto"/>
                <a:sym typeface="Roboto"/>
              </a:endParaRPr>
            </a:p>
          </p:txBody>
        </p:sp>
        <p:sp>
          <p:nvSpPr>
            <p:cNvPr id="1219" name="Google Shape;1219;p167"/>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220" name="Google Shape;1220;p167"/>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221" name="Google Shape;1221;p167"/>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22" name="Google Shape;1222;p167"/>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23" name="Google Shape;1223;p167"/>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24" name="Google Shape;1224;p16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25" name="Google Shape;1225;p167"/>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26" name="Google Shape;1226;p167"/>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27" name="Google Shape;1227;p167"/>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28" name="Google Shape;1228;p167"/>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29" name="Google Shape;1229;p167"/>
          <p:cNvSpPr txBox="1"/>
          <p:nvPr>
            <p:ph idx="5"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3 3">
  <p:cSld name="CUSTOM_11_1_1_2_1_3">
    <p:spTree>
      <p:nvGrpSpPr>
        <p:cNvPr id="1230" name="Shape 1230"/>
        <p:cNvGrpSpPr/>
        <p:nvPr/>
      </p:nvGrpSpPr>
      <p:grpSpPr>
        <a:xfrm>
          <a:off x="0" y="0"/>
          <a:ext cx="0" cy="0"/>
          <a:chOff x="0" y="0"/>
          <a:chExt cx="0" cy="0"/>
        </a:xfrm>
      </p:grpSpPr>
      <p:sp>
        <p:nvSpPr>
          <p:cNvPr id="1231" name="Google Shape;1231;p16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32" name="Google Shape;1232;p168"/>
          <p:cNvSpPr/>
          <p:nvPr/>
        </p:nvSpPr>
        <p:spPr>
          <a:xfrm>
            <a:off x="1352550" y="1136875"/>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33" name="Google Shape;1233;p168"/>
          <p:cNvGrpSpPr/>
          <p:nvPr/>
        </p:nvGrpSpPr>
        <p:grpSpPr>
          <a:xfrm>
            <a:off x="457200" y="1136863"/>
            <a:ext cx="776889" cy="621300"/>
            <a:chOff x="457200" y="1378813"/>
            <a:chExt cx="776889" cy="621300"/>
          </a:xfrm>
        </p:grpSpPr>
        <p:sp>
          <p:nvSpPr>
            <p:cNvPr id="1234" name="Google Shape;1234;p168"/>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01</a:t>
              </a:r>
              <a:endParaRPr i="0" sz="3000" u="none" cap="none" strike="noStrike">
                <a:solidFill>
                  <a:schemeClr val="dk2"/>
                </a:solidFill>
                <a:latin typeface="Roboto"/>
                <a:ea typeface="Roboto"/>
                <a:cs typeface="Roboto"/>
                <a:sym typeface="Roboto"/>
              </a:endParaRPr>
            </a:p>
          </p:txBody>
        </p:sp>
        <p:sp>
          <p:nvSpPr>
            <p:cNvPr id="1235" name="Google Shape;1235;p168"/>
            <p:cNvSpPr/>
            <p:nvPr/>
          </p:nvSpPr>
          <p:spPr>
            <a:xfrm rot="5400000">
              <a:off x="969614" y="16076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236" name="Google Shape;1236;p168"/>
          <p:cNvGrpSpPr/>
          <p:nvPr/>
        </p:nvGrpSpPr>
        <p:grpSpPr>
          <a:xfrm>
            <a:off x="457200" y="1986775"/>
            <a:ext cx="776889" cy="621300"/>
            <a:chOff x="457200" y="1378813"/>
            <a:chExt cx="776889" cy="621300"/>
          </a:xfrm>
        </p:grpSpPr>
        <p:sp>
          <p:nvSpPr>
            <p:cNvPr id="1237" name="Google Shape;1237;p168"/>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238" name="Google Shape;1238;p168"/>
            <p:cNvSpPr/>
            <p:nvPr/>
          </p:nvSpPr>
          <p:spPr>
            <a:xfrm rot="5400000">
              <a:off x="969614" y="16076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239" name="Google Shape;1239;p168"/>
          <p:cNvGrpSpPr/>
          <p:nvPr/>
        </p:nvGrpSpPr>
        <p:grpSpPr>
          <a:xfrm>
            <a:off x="457200" y="2831900"/>
            <a:ext cx="776889" cy="621300"/>
            <a:chOff x="457200" y="1378813"/>
            <a:chExt cx="776889" cy="621300"/>
          </a:xfrm>
        </p:grpSpPr>
        <p:sp>
          <p:nvSpPr>
            <p:cNvPr id="1240" name="Google Shape;1240;p168"/>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1241" name="Google Shape;1241;p168"/>
            <p:cNvSpPr/>
            <p:nvPr/>
          </p:nvSpPr>
          <p:spPr>
            <a:xfrm rot="5400000">
              <a:off x="969614" y="1607625"/>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sp>
        <p:nvSpPr>
          <p:cNvPr id="1242" name="Google Shape;1242;p168"/>
          <p:cNvSpPr/>
          <p:nvPr/>
        </p:nvSpPr>
        <p:spPr>
          <a:xfrm>
            <a:off x="1352550" y="1989186"/>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168"/>
          <p:cNvSpPr/>
          <p:nvPr/>
        </p:nvSpPr>
        <p:spPr>
          <a:xfrm>
            <a:off x="1352550" y="2831900"/>
            <a:ext cx="7517100" cy="11301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168"/>
          <p:cNvSpPr txBox="1"/>
          <p:nvPr/>
        </p:nvSpPr>
        <p:spPr>
          <a:xfrm>
            <a:off x="-23999" y="1179250"/>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245" name="Google Shape;1245;p168"/>
          <p:cNvSpPr txBox="1"/>
          <p:nvPr/>
        </p:nvSpPr>
        <p:spPr>
          <a:xfrm>
            <a:off x="-23999" y="1991589"/>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246" name="Google Shape;1246;p168"/>
          <p:cNvSpPr txBox="1"/>
          <p:nvPr/>
        </p:nvSpPr>
        <p:spPr>
          <a:xfrm>
            <a:off x="372667" y="4078649"/>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247" name="Google Shape;1247;p168"/>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8">
  <p:cSld name="CUSTOM_2_58">
    <p:spTree>
      <p:nvGrpSpPr>
        <p:cNvPr id="1248" name="Shape 1248"/>
        <p:cNvGrpSpPr/>
        <p:nvPr/>
      </p:nvGrpSpPr>
      <p:grpSpPr>
        <a:xfrm>
          <a:off x="0" y="0"/>
          <a:ext cx="0" cy="0"/>
          <a:chOff x="0" y="0"/>
          <a:chExt cx="0" cy="0"/>
        </a:xfrm>
      </p:grpSpPr>
      <p:sp>
        <p:nvSpPr>
          <p:cNvPr id="1249" name="Google Shape;1249;p16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250" name="Google Shape;1250;p16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251" name="Google Shape;1251;p16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52" name="Google Shape;1252;p169"/>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Font typeface="Roboto"/>
              <a:buNone/>
              <a:defRPr>
                <a:latin typeface="Roboto"/>
                <a:ea typeface="Roboto"/>
                <a:cs typeface="Roboto"/>
                <a:sym typeface="Roboto"/>
              </a:defRPr>
            </a:lvl2pPr>
            <a:lvl3pPr lvl="2">
              <a:spcBef>
                <a:spcPts val="0"/>
              </a:spcBef>
              <a:spcAft>
                <a:spcPts val="0"/>
              </a:spcAft>
              <a:buSzPts val="2800"/>
              <a:buFont typeface="Roboto"/>
              <a:buNone/>
              <a:defRPr>
                <a:latin typeface="Roboto"/>
                <a:ea typeface="Roboto"/>
                <a:cs typeface="Roboto"/>
                <a:sym typeface="Roboto"/>
              </a:defRPr>
            </a:lvl3pPr>
            <a:lvl4pPr lvl="3">
              <a:spcBef>
                <a:spcPts val="0"/>
              </a:spcBef>
              <a:spcAft>
                <a:spcPts val="0"/>
              </a:spcAft>
              <a:buSzPts val="2800"/>
              <a:buFont typeface="Roboto"/>
              <a:buNone/>
              <a:defRPr>
                <a:latin typeface="Roboto"/>
                <a:ea typeface="Roboto"/>
                <a:cs typeface="Roboto"/>
                <a:sym typeface="Roboto"/>
              </a:defRPr>
            </a:lvl4pPr>
            <a:lvl5pPr lvl="4">
              <a:spcBef>
                <a:spcPts val="0"/>
              </a:spcBef>
              <a:spcAft>
                <a:spcPts val="0"/>
              </a:spcAft>
              <a:buSzPts val="2800"/>
              <a:buFont typeface="Roboto"/>
              <a:buNone/>
              <a:defRPr>
                <a:latin typeface="Roboto"/>
                <a:ea typeface="Roboto"/>
                <a:cs typeface="Roboto"/>
                <a:sym typeface="Roboto"/>
              </a:defRPr>
            </a:lvl5pPr>
            <a:lvl6pPr lvl="5">
              <a:spcBef>
                <a:spcPts val="0"/>
              </a:spcBef>
              <a:spcAft>
                <a:spcPts val="0"/>
              </a:spcAft>
              <a:buSzPts val="2800"/>
              <a:buFont typeface="Roboto"/>
              <a:buNone/>
              <a:defRPr>
                <a:latin typeface="Roboto"/>
                <a:ea typeface="Roboto"/>
                <a:cs typeface="Roboto"/>
                <a:sym typeface="Roboto"/>
              </a:defRPr>
            </a:lvl6pPr>
            <a:lvl7pPr lvl="6">
              <a:spcBef>
                <a:spcPts val="0"/>
              </a:spcBef>
              <a:spcAft>
                <a:spcPts val="0"/>
              </a:spcAft>
              <a:buSzPts val="2800"/>
              <a:buFont typeface="Roboto"/>
              <a:buNone/>
              <a:defRPr>
                <a:latin typeface="Roboto"/>
                <a:ea typeface="Roboto"/>
                <a:cs typeface="Roboto"/>
                <a:sym typeface="Roboto"/>
              </a:defRPr>
            </a:lvl7pPr>
            <a:lvl8pPr lvl="7">
              <a:spcBef>
                <a:spcPts val="0"/>
              </a:spcBef>
              <a:spcAft>
                <a:spcPts val="0"/>
              </a:spcAft>
              <a:buSzPts val="2800"/>
              <a:buFont typeface="Roboto"/>
              <a:buNone/>
              <a:defRPr>
                <a:latin typeface="Roboto"/>
                <a:ea typeface="Roboto"/>
                <a:cs typeface="Roboto"/>
                <a:sym typeface="Roboto"/>
              </a:defRPr>
            </a:lvl8pPr>
            <a:lvl9pPr lvl="8">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07" Type="http://schemas.openxmlformats.org/officeDocument/2006/relationships/slideLayout" Target="../slideLayouts/slideLayout107.xml"/><Relationship Id="rId106" Type="http://schemas.openxmlformats.org/officeDocument/2006/relationships/slideLayout" Target="../slideLayouts/slideLayout106.xml"/><Relationship Id="rId105" Type="http://schemas.openxmlformats.org/officeDocument/2006/relationships/slideLayout" Target="../slideLayouts/slideLayout105.xml"/><Relationship Id="rId104" Type="http://schemas.openxmlformats.org/officeDocument/2006/relationships/slideLayout" Target="../slideLayouts/slideLayout104.xml"/><Relationship Id="rId109" Type="http://schemas.openxmlformats.org/officeDocument/2006/relationships/slideLayout" Target="../slideLayouts/slideLayout109.xml"/><Relationship Id="rId108" Type="http://schemas.openxmlformats.org/officeDocument/2006/relationships/slideLayout" Target="../slideLayouts/slideLayout108.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103" Type="http://schemas.openxmlformats.org/officeDocument/2006/relationships/slideLayout" Target="../slideLayouts/slideLayout103.xml"/><Relationship Id="rId102" Type="http://schemas.openxmlformats.org/officeDocument/2006/relationships/slideLayout" Target="../slideLayouts/slideLayout102.xml"/><Relationship Id="rId101" Type="http://schemas.openxmlformats.org/officeDocument/2006/relationships/slideLayout" Target="../slideLayouts/slideLayout101.xml"/><Relationship Id="rId100" Type="http://schemas.openxmlformats.org/officeDocument/2006/relationships/slideLayout" Target="../slideLayouts/slideLayout100.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29" Type="http://schemas.openxmlformats.org/officeDocument/2006/relationships/slideLayout" Target="../slideLayouts/slideLayout129.xml"/><Relationship Id="rId128" Type="http://schemas.openxmlformats.org/officeDocument/2006/relationships/slideLayout" Target="../slideLayouts/slideLayout128.xml"/><Relationship Id="rId127" Type="http://schemas.openxmlformats.org/officeDocument/2006/relationships/slideLayout" Target="../slideLayouts/slideLayout127.xml"/><Relationship Id="rId126" Type="http://schemas.openxmlformats.org/officeDocument/2006/relationships/slideLayout" Target="../slideLayouts/slideLayout126.xml"/><Relationship Id="rId26" Type="http://schemas.openxmlformats.org/officeDocument/2006/relationships/slideLayout" Target="../slideLayouts/slideLayout26.xml"/><Relationship Id="rId121" Type="http://schemas.openxmlformats.org/officeDocument/2006/relationships/slideLayout" Target="../slideLayouts/slideLayout121.xml"/><Relationship Id="rId25" Type="http://schemas.openxmlformats.org/officeDocument/2006/relationships/slideLayout" Target="../slideLayouts/slideLayout25.xml"/><Relationship Id="rId120" Type="http://schemas.openxmlformats.org/officeDocument/2006/relationships/slideLayout" Target="../slideLayouts/slideLayout120.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125" Type="http://schemas.openxmlformats.org/officeDocument/2006/relationships/slideLayout" Target="../slideLayouts/slideLayout125.xml"/><Relationship Id="rId29" Type="http://schemas.openxmlformats.org/officeDocument/2006/relationships/slideLayout" Target="../slideLayouts/slideLayout29.xml"/><Relationship Id="rId124" Type="http://schemas.openxmlformats.org/officeDocument/2006/relationships/slideLayout" Target="../slideLayouts/slideLayout124.xml"/><Relationship Id="rId123" Type="http://schemas.openxmlformats.org/officeDocument/2006/relationships/slideLayout" Target="../slideLayouts/slideLayout123.xml"/><Relationship Id="rId122" Type="http://schemas.openxmlformats.org/officeDocument/2006/relationships/slideLayout" Target="../slideLayouts/slideLayout122.xml"/><Relationship Id="rId95" Type="http://schemas.openxmlformats.org/officeDocument/2006/relationships/slideLayout" Target="../slideLayouts/slideLayout95.xml"/><Relationship Id="rId94" Type="http://schemas.openxmlformats.org/officeDocument/2006/relationships/slideLayout" Target="../slideLayouts/slideLayout94.xml"/><Relationship Id="rId97" Type="http://schemas.openxmlformats.org/officeDocument/2006/relationships/slideLayout" Target="../slideLayouts/slideLayout97.xml"/><Relationship Id="rId96" Type="http://schemas.openxmlformats.org/officeDocument/2006/relationships/slideLayout" Target="../slideLayouts/slideLayout96.xml"/><Relationship Id="rId11" Type="http://schemas.openxmlformats.org/officeDocument/2006/relationships/slideLayout" Target="../slideLayouts/slideLayout11.xml"/><Relationship Id="rId99" Type="http://schemas.openxmlformats.org/officeDocument/2006/relationships/slideLayout" Target="../slideLayouts/slideLayout99.xml"/><Relationship Id="rId10" Type="http://schemas.openxmlformats.org/officeDocument/2006/relationships/slideLayout" Target="../slideLayouts/slideLayout10.xml"/><Relationship Id="rId98" Type="http://schemas.openxmlformats.org/officeDocument/2006/relationships/slideLayout" Target="../slideLayouts/slideLayout98.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91" Type="http://schemas.openxmlformats.org/officeDocument/2006/relationships/slideLayout" Target="../slideLayouts/slideLayout91.xml"/><Relationship Id="rId90" Type="http://schemas.openxmlformats.org/officeDocument/2006/relationships/slideLayout" Target="../slideLayouts/slideLayout90.xml"/><Relationship Id="rId93" Type="http://schemas.openxmlformats.org/officeDocument/2006/relationships/slideLayout" Target="../slideLayouts/slideLayout93.xml"/><Relationship Id="rId92" Type="http://schemas.openxmlformats.org/officeDocument/2006/relationships/slideLayout" Target="../slideLayouts/slideLayout92.xml"/><Relationship Id="rId118" Type="http://schemas.openxmlformats.org/officeDocument/2006/relationships/slideLayout" Target="../slideLayouts/slideLayout118.xml"/><Relationship Id="rId117" Type="http://schemas.openxmlformats.org/officeDocument/2006/relationships/slideLayout" Target="../slideLayouts/slideLayout117.xml"/><Relationship Id="rId116" Type="http://schemas.openxmlformats.org/officeDocument/2006/relationships/slideLayout" Target="../slideLayouts/slideLayout116.xml"/><Relationship Id="rId115" Type="http://schemas.openxmlformats.org/officeDocument/2006/relationships/slideLayout" Target="../slideLayouts/slideLayout115.xml"/><Relationship Id="rId119" Type="http://schemas.openxmlformats.org/officeDocument/2006/relationships/slideLayout" Target="../slideLayouts/slideLayout119.xml"/><Relationship Id="rId15" Type="http://schemas.openxmlformats.org/officeDocument/2006/relationships/slideLayout" Target="../slideLayouts/slideLayout15.xml"/><Relationship Id="rId110" Type="http://schemas.openxmlformats.org/officeDocument/2006/relationships/slideLayout" Target="../slideLayouts/slideLayout110.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14" Type="http://schemas.openxmlformats.org/officeDocument/2006/relationships/slideLayout" Target="../slideLayouts/slideLayout114.xml"/><Relationship Id="rId18" Type="http://schemas.openxmlformats.org/officeDocument/2006/relationships/slideLayout" Target="../slideLayouts/slideLayout18.xml"/><Relationship Id="rId113" Type="http://schemas.openxmlformats.org/officeDocument/2006/relationships/slideLayout" Target="../slideLayouts/slideLayout113.xml"/><Relationship Id="rId112" Type="http://schemas.openxmlformats.org/officeDocument/2006/relationships/slideLayout" Target="../slideLayouts/slideLayout112.xml"/><Relationship Id="rId111" Type="http://schemas.openxmlformats.org/officeDocument/2006/relationships/slideLayout" Target="../slideLayouts/slideLayout111.xml"/><Relationship Id="rId84" Type="http://schemas.openxmlformats.org/officeDocument/2006/relationships/slideLayout" Target="../slideLayouts/slideLayout84.xml"/><Relationship Id="rId83" Type="http://schemas.openxmlformats.org/officeDocument/2006/relationships/slideLayout" Target="../slideLayouts/slideLayout83.xml"/><Relationship Id="rId86" Type="http://schemas.openxmlformats.org/officeDocument/2006/relationships/slideLayout" Target="../slideLayouts/slideLayout86.xml"/><Relationship Id="rId85" Type="http://schemas.openxmlformats.org/officeDocument/2006/relationships/slideLayout" Target="../slideLayouts/slideLayout85.xml"/><Relationship Id="rId88" Type="http://schemas.openxmlformats.org/officeDocument/2006/relationships/slideLayout" Target="../slideLayouts/slideLayout88.xml"/><Relationship Id="rId150" Type="http://schemas.openxmlformats.org/officeDocument/2006/relationships/slideLayout" Target="../slideLayouts/slideLayout150.xml"/><Relationship Id="rId87" Type="http://schemas.openxmlformats.org/officeDocument/2006/relationships/slideLayout" Target="../slideLayouts/slideLayout87.xml"/><Relationship Id="rId89" Type="http://schemas.openxmlformats.org/officeDocument/2006/relationships/slideLayout" Target="../slideLayouts/slideLayout89.xml"/><Relationship Id="rId80" Type="http://schemas.openxmlformats.org/officeDocument/2006/relationships/slideLayout" Target="../slideLayouts/slideLayout80.xml"/><Relationship Id="rId82" Type="http://schemas.openxmlformats.org/officeDocument/2006/relationships/slideLayout" Target="../slideLayouts/slideLayout82.xml"/><Relationship Id="rId81" Type="http://schemas.openxmlformats.org/officeDocument/2006/relationships/slideLayout" Target="../slideLayouts/slideLayout8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149" Type="http://schemas.openxmlformats.org/officeDocument/2006/relationships/slideLayout" Target="../slideLayouts/slideLayout149.xml"/><Relationship Id="rId4" Type="http://schemas.openxmlformats.org/officeDocument/2006/relationships/slideLayout" Target="../slideLayouts/slideLayout4.xml"/><Relationship Id="rId148" Type="http://schemas.openxmlformats.org/officeDocument/2006/relationships/slideLayout" Target="../slideLayouts/slideLayout148.xml"/><Relationship Id="rId9" Type="http://schemas.openxmlformats.org/officeDocument/2006/relationships/slideLayout" Target="../slideLayouts/slideLayout9.xml"/><Relationship Id="rId143" Type="http://schemas.openxmlformats.org/officeDocument/2006/relationships/slideLayout" Target="../slideLayouts/slideLayout143.xml"/><Relationship Id="rId142" Type="http://schemas.openxmlformats.org/officeDocument/2006/relationships/slideLayout" Target="../slideLayouts/slideLayout142.xml"/><Relationship Id="rId141" Type="http://schemas.openxmlformats.org/officeDocument/2006/relationships/slideLayout" Target="../slideLayouts/slideLayout141.xml"/><Relationship Id="rId140" Type="http://schemas.openxmlformats.org/officeDocument/2006/relationships/slideLayout" Target="../slideLayouts/slideLayout140.xml"/><Relationship Id="rId5" Type="http://schemas.openxmlformats.org/officeDocument/2006/relationships/slideLayout" Target="../slideLayouts/slideLayout5.xml"/><Relationship Id="rId147" Type="http://schemas.openxmlformats.org/officeDocument/2006/relationships/slideLayout" Target="../slideLayouts/slideLayout147.xml"/><Relationship Id="rId6" Type="http://schemas.openxmlformats.org/officeDocument/2006/relationships/slideLayout" Target="../slideLayouts/slideLayout6.xml"/><Relationship Id="rId146" Type="http://schemas.openxmlformats.org/officeDocument/2006/relationships/slideLayout" Target="../slideLayouts/slideLayout146.xml"/><Relationship Id="rId7" Type="http://schemas.openxmlformats.org/officeDocument/2006/relationships/slideLayout" Target="../slideLayouts/slideLayout7.xml"/><Relationship Id="rId145" Type="http://schemas.openxmlformats.org/officeDocument/2006/relationships/slideLayout" Target="../slideLayouts/slideLayout145.xml"/><Relationship Id="rId8" Type="http://schemas.openxmlformats.org/officeDocument/2006/relationships/slideLayout" Target="../slideLayouts/slideLayout8.xml"/><Relationship Id="rId144" Type="http://schemas.openxmlformats.org/officeDocument/2006/relationships/slideLayout" Target="../slideLayouts/slideLayout144.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75" Type="http://schemas.openxmlformats.org/officeDocument/2006/relationships/slideLayout" Target="../slideLayouts/slideLayout75.xml"/><Relationship Id="rId74" Type="http://schemas.openxmlformats.org/officeDocument/2006/relationships/slideLayout" Target="../slideLayouts/slideLayout74.xml"/><Relationship Id="rId77" Type="http://schemas.openxmlformats.org/officeDocument/2006/relationships/slideLayout" Target="../slideLayouts/slideLayout77.xml"/><Relationship Id="rId76" Type="http://schemas.openxmlformats.org/officeDocument/2006/relationships/slideLayout" Target="../slideLayouts/slideLayout76.xml"/><Relationship Id="rId79" Type="http://schemas.openxmlformats.org/officeDocument/2006/relationships/slideLayout" Target="../slideLayouts/slideLayout79.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139" Type="http://schemas.openxmlformats.org/officeDocument/2006/relationships/slideLayout" Target="../slideLayouts/slideLayout139.xml"/><Relationship Id="rId138" Type="http://schemas.openxmlformats.org/officeDocument/2006/relationships/slideLayout" Target="../slideLayouts/slideLayout138.xml"/><Relationship Id="rId137" Type="http://schemas.openxmlformats.org/officeDocument/2006/relationships/slideLayout" Target="../slideLayouts/slideLayout137.xml"/><Relationship Id="rId132" Type="http://schemas.openxmlformats.org/officeDocument/2006/relationships/slideLayout" Target="../slideLayouts/slideLayout132.xml"/><Relationship Id="rId131" Type="http://schemas.openxmlformats.org/officeDocument/2006/relationships/slideLayout" Target="../slideLayouts/slideLayout131.xml"/><Relationship Id="rId130" Type="http://schemas.openxmlformats.org/officeDocument/2006/relationships/slideLayout" Target="../slideLayouts/slideLayout130.xml"/><Relationship Id="rId136" Type="http://schemas.openxmlformats.org/officeDocument/2006/relationships/slideLayout" Target="../slideLayouts/slideLayout136.xml"/><Relationship Id="rId135" Type="http://schemas.openxmlformats.org/officeDocument/2006/relationships/slideLayout" Target="../slideLayouts/slideLayout135.xml"/><Relationship Id="rId134" Type="http://schemas.openxmlformats.org/officeDocument/2006/relationships/slideLayout" Target="../slideLayouts/slideLayout134.xml"/><Relationship Id="rId133" Type="http://schemas.openxmlformats.org/officeDocument/2006/relationships/slideLayout" Target="../slideLayouts/slideLayout133.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6" Type="http://schemas.openxmlformats.org/officeDocument/2006/relationships/slideLayout" Target="../slideLayouts/slideLayout66.xml"/><Relationship Id="rId65" Type="http://schemas.openxmlformats.org/officeDocument/2006/relationships/slideLayout" Target="../slideLayouts/slideLayout65.xml"/><Relationship Id="rId68" Type="http://schemas.openxmlformats.org/officeDocument/2006/relationships/slideLayout" Target="../slideLayouts/slideLayout68.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165" Type="http://schemas.openxmlformats.org/officeDocument/2006/relationships/slideLayout" Target="../slideLayouts/slideLayout165.xml"/><Relationship Id="rId69" Type="http://schemas.openxmlformats.org/officeDocument/2006/relationships/slideLayout" Target="../slideLayouts/slideLayout69.xml"/><Relationship Id="rId164" Type="http://schemas.openxmlformats.org/officeDocument/2006/relationships/slideLayout" Target="../slideLayouts/slideLayout164.xml"/><Relationship Id="rId163" Type="http://schemas.openxmlformats.org/officeDocument/2006/relationships/slideLayout" Target="../slideLayouts/slideLayout163.xml"/><Relationship Id="rId162" Type="http://schemas.openxmlformats.org/officeDocument/2006/relationships/slideLayout" Target="../slideLayouts/slideLayout162.xml"/><Relationship Id="rId169" Type="http://schemas.openxmlformats.org/officeDocument/2006/relationships/theme" Target="../theme/theme1.xml"/><Relationship Id="rId168" Type="http://schemas.openxmlformats.org/officeDocument/2006/relationships/slideLayout" Target="../slideLayouts/slideLayout168.xml"/><Relationship Id="rId167" Type="http://schemas.openxmlformats.org/officeDocument/2006/relationships/slideLayout" Target="../slideLayouts/slideLayout167.xml"/><Relationship Id="rId166" Type="http://schemas.openxmlformats.org/officeDocument/2006/relationships/slideLayout" Target="../slideLayouts/slideLayout166.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5" Type="http://schemas.openxmlformats.org/officeDocument/2006/relationships/slideLayout" Target="../slideLayouts/slideLayout55.xml"/><Relationship Id="rId161" Type="http://schemas.openxmlformats.org/officeDocument/2006/relationships/slideLayout" Target="../slideLayouts/slideLayout161.xml"/><Relationship Id="rId54" Type="http://schemas.openxmlformats.org/officeDocument/2006/relationships/slideLayout" Target="../slideLayouts/slideLayout54.xml"/><Relationship Id="rId160" Type="http://schemas.openxmlformats.org/officeDocument/2006/relationships/slideLayout" Target="../slideLayouts/slideLayout160.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159" Type="http://schemas.openxmlformats.org/officeDocument/2006/relationships/slideLayout" Target="../slideLayouts/slideLayout159.xml"/><Relationship Id="rId59" Type="http://schemas.openxmlformats.org/officeDocument/2006/relationships/slideLayout" Target="../slideLayouts/slideLayout59.xml"/><Relationship Id="rId154" Type="http://schemas.openxmlformats.org/officeDocument/2006/relationships/slideLayout" Target="../slideLayouts/slideLayout154.xml"/><Relationship Id="rId58" Type="http://schemas.openxmlformats.org/officeDocument/2006/relationships/slideLayout" Target="../slideLayouts/slideLayout58.xml"/><Relationship Id="rId153" Type="http://schemas.openxmlformats.org/officeDocument/2006/relationships/slideLayout" Target="../slideLayouts/slideLayout153.xml"/><Relationship Id="rId152" Type="http://schemas.openxmlformats.org/officeDocument/2006/relationships/slideLayout" Target="../slideLayouts/slideLayout152.xml"/><Relationship Id="rId151" Type="http://schemas.openxmlformats.org/officeDocument/2006/relationships/slideLayout" Target="../slideLayouts/slideLayout151.xml"/><Relationship Id="rId158" Type="http://schemas.openxmlformats.org/officeDocument/2006/relationships/slideLayout" Target="../slideLayouts/slideLayout158.xml"/><Relationship Id="rId157" Type="http://schemas.openxmlformats.org/officeDocument/2006/relationships/slideLayout" Target="../slideLayouts/slideLayout157.xml"/><Relationship Id="rId156" Type="http://schemas.openxmlformats.org/officeDocument/2006/relationships/slideLayout" Target="../slideLayouts/slideLayout156.xml"/><Relationship Id="rId155" Type="http://schemas.openxmlformats.org/officeDocument/2006/relationships/slideLayout" Target="../slideLayouts/slideLayout15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 id="2147483735" r:id="rId88"/>
    <p:sldLayoutId id="2147483736" r:id="rId89"/>
    <p:sldLayoutId id="2147483737" r:id="rId90"/>
    <p:sldLayoutId id="2147483738" r:id="rId91"/>
    <p:sldLayoutId id="2147483739" r:id="rId92"/>
    <p:sldLayoutId id="2147483740" r:id="rId93"/>
    <p:sldLayoutId id="2147483741" r:id="rId94"/>
    <p:sldLayoutId id="2147483742" r:id="rId95"/>
    <p:sldLayoutId id="2147483743" r:id="rId96"/>
    <p:sldLayoutId id="2147483744" r:id="rId97"/>
    <p:sldLayoutId id="2147483745" r:id="rId98"/>
    <p:sldLayoutId id="2147483746" r:id="rId99"/>
    <p:sldLayoutId id="2147483747" r:id="rId100"/>
    <p:sldLayoutId id="2147483748" r:id="rId101"/>
    <p:sldLayoutId id="2147483749" r:id="rId102"/>
    <p:sldLayoutId id="2147483750" r:id="rId103"/>
    <p:sldLayoutId id="2147483751" r:id="rId104"/>
    <p:sldLayoutId id="2147483752" r:id="rId105"/>
    <p:sldLayoutId id="2147483753" r:id="rId106"/>
    <p:sldLayoutId id="2147483754" r:id="rId107"/>
    <p:sldLayoutId id="2147483755" r:id="rId108"/>
    <p:sldLayoutId id="2147483756" r:id="rId109"/>
    <p:sldLayoutId id="2147483757" r:id="rId110"/>
    <p:sldLayoutId id="2147483758" r:id="rId111"/>
    <p:sldLayoutId id="2147483759" r:id="rId112"/>
    <p:sldLayoutId id="2147483760" r:id="rId113"/>
    <p:sldLayoutId id="2147483761" r:id="rId114"/>
    <p:sldLayoutId id="2147483762" r:id="rId115"/>
    <p:sldLayoutId id="2147483763" r:id="rId116"/>
    <p:sldLayoutId id="2147483764" r:id="rId117"/>
    <p:sldLayoutId id="2147483765" r:id="rId118"/>
    <p:sldLayoutId id="2147483766" r:id="rId119"/>
    <p:sldLayoutId id="2147483767" r:id="rId120"/>
    <p:sldLayoutId id="2147483768" r:id="rId121"/>
    <p:sldLayoutId id="2147483769" r:id="rId122"/>
    <p:sldLayoutId id="2147483770" r:id="rId123"/>
    <p:sldLayoutId id="2147483771" r:id="rId124"/>
    <p:sldLayoutId id="2147483772" r:id="rId125"/>
    <p:sldLayoutId id="2147483773" r:id="rId126"/>
    <p:sldLayoutId id="2147483774" r:id="rId127"/>
    <p:sldLayoutId id="2147483775" r:id="rId128"/>
    <p:sldLayoutId id="2147483776" r:id="rId129"/>
    <p:sldLayoutId id="2147483777" r:id="rId130"/>
    <p:sldLayoutId id="2147483778" r:id="rId131"/>
    <p:sldLayoutId id="2147483779" r:id="rId132"/>
    <p:sldLayoutId id="2147483780" r:id="rId133"/>
    <p:sldLayoutId id="2147483781" r:id="rId134"/>
    <p:sldLayoutId id="2147483782" r:id="rId135"/>
    <p:sldLayoutId id="2147483783" r:id="rId136"/>
    <p:sldLayoutId id="2147483784" r:id="rId137"/>
    <p:sldLayoutId id="2147483785" r:id="rId138"/>
    <p:sldLayoutId id="2147483786" r:id="rId139"/>
    <p:sldLayoutId id="2147483787" r:id="rId140"/>
    <p:sldLayoutId id="2147483788" r:id="rId141"/>
    <p:sldLayoutId id="2147483789" r:id="rId142"/>
    <p:sldLayoutId id="2147483790" r:id="rId143"/>
    <p:sldLayoutId id="2147483791" r:id="rId144"/>
    <p:sldLayoutId id="2147483792" r:id="rId145"/>
    <p:sldLayoutId id="2147483793" r:id="rId146"/>
    <p:sldLayoutId id="2147483794" r:id="rId147"/>
    <p:sldLayoutId id="2147483795" r:id="rId148"/>
    <p:sldLayoutId id="2147483796" r:id="rId149"/>
    <p:sldLayoutId id="2147483797" r:id="rId150"/>
    <p:sldLayoutId id="2147483798" r:id="rId151"/>
    <p:sldLayoutId id="2147483799" r:id="rId152"/>
    <p:sldLayoutId id="2147483800" r:id="rId153"/>
    <p:sldLayoutId id="2147483801" r:id="rId154"/>
    <p:sldLayoutId id="2147483802" r:id="rId155"/>
    <p:sldLayoutId id="2147483803" r:id="rId156"/>
    <p:sldLayoutId id="2147483804" r:id="rId157"/>
    <p:sldLayoutId id="2147483805" r:id="rId158"/>
    <p:sldLayoutId id="2147483806" r:id="rId159"/>
    <p:sldLayoutId id="2147483807" r:id="rId160"/>
    <p:sldLayoutId id="2147483808" r:id="rId161"/>
    <p:sldLayoutId id="2147483809" r:id="rId162"/>
    <p:sldLayoutId id="2147483810" r:id="rId163"/>
    <p:sldLayoutId id="2147483811" r:id="rId164"/>
    <p:sldLayoutId id="2147483812" r:id="rId165"/>
    <p:sldLayoutId id="2147483813" r:id="rId166"/>
    <p:sldLayoutId id="2147483814" r:id="rId167"/>
    <p:sldLayoutId id="2147483815" r:id="rId16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6.xml"/><Relationship Id="rId3" Type="http://schemas.openxmlformats.org/officeDocument/2006/relationships/image" Target="../media/image4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7.xml"/><Relationship Id="rId3" Type="http://schemas.openxmlformats.org/officeDocument/2006/relationships/image" Target="../media/image5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 Id="rId3" Type="http://schemas.openxmlformats.org/officeDocument/2006/relationships/image" Target="../media/image4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4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1.xml"/><Relationship Id="rId3" Type="http://schemas.openxmlformats.org/officeDocument/2006/relationships/image" Target="../media/image5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4.xml"/><Relationship Id="rId3" Type="http://schemas.openxmlformats.org/officeDocument/2006/relationships/image" Target="../media/image60.png"/><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5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 Id="rId3" Type="http://schemas.openxmlformats.org/officeDocument/2006/relationships/image" Target="../media/image49.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6.xml"/><Relationship Id="rId3" Type="http://schemas.openxmlformats.org/officeDocument/2006/relationships/image" Target="../media/image5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8.xml"/><Relationship Id="rId2" Type="http://schemas.openxmlformats.org/officeDocument/2006/relationships/notesSlide" Target="../notesSlides/notesSlide29.xml"/><Relationship Id="rId3" Type="http://schemas.openxmlformats.org/officeDocument/2006/relationships/image" Target="../media/image52.png"/><Relationship Id="rId4" Type="http://schemas.openxmlformats.org/officeDocument/2006/relationships/hyperlink" Target="https://sleuthkit.org/autopsy/docs/user-docs/4.8.0/tagging_page.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0.xml"/><Relationship Id="rId3" Type="http://schemas.openxmlformats.org/officeDocument/2006/relationships/image" Target="../media/image5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5.xml"/><Relationship Id="rId3" Type="http://schemas.openxmlformats.org/officeDocument/2006/relationships/image" Target="../media/image5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6.xml"/><Relationship Id="rId3" Type="http://schemas.openxmlformats.org/officeDocument/2006/relationships/image" Target="../media/image5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8.xml"/><Relationship Id="rId3" Type="http://schemas.openxmlformats.org/officeDocument/2006/relationships/image" Target="../media/image61.png"/><Relationship Id="rId4" Type="http://schemas.openxmlformats.org/officeDocument/2006/relationships/image" Target="../media/image5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0.xml"/><Relationship Id="rId3"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170"/>
          <p:cNvSpPr txBox="1"/>
          <p:nvPr>
            <p:ph type="title"/>
          </p:nvPr>
        </p:nvSpPr>
        <p:spPr>
          <a:xfrm>
            <a:off x="4489575" y="1828800"/>
            <a:ext cx="46713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Autopsy and</a:t>
            </a:r>
            <a:endParaRPr/>
          </a:p>
          <a:p>
            <a:pPr indent="0" lvl="0" marL="0" rtl="0" algn="l">
              <a:spcBef>
                <a:spcPts val="0"/>
              </a:spcBef>
              <a:spcAft>
                <a:spcPts val="0"/>
              </a:spcAft>
              <a:buNone/>
            </a:pPr>
            <a:r>
              <a:rPr lang="en"/>
              <a:t>iPhone Forensics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58" name="Google Shape;1258;p170"/>
          <p:cNvSpPr txBox="1"/>
          <p:nvPr>
            <p:ph idx="1" type="subTitle"/>
          </p:nvPr>
        </p:nvSpPr>
        <p:spPr>
          <a:xfrm>
            <a:off x="4572000" y="1127800"/>
            <a:ext cx="4572000" cy="18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Cybersecurity</a:t>
            </a:r>
            <a:endParaRPr/>
          </a:p>
        </p:txBody>
      </p:sp>
      <p:sp>
        <p:nvSpPr>
          <p:cNvPr id="1259" name="Google Shape;1259;p170"/>
          <p:cNvSpPr txBox="1"/>
          <p:nvPr>
            <p:ph idx="2" type="subTitle"/>
          </p:nvPr>
        </p:nvSpPr>
        <p:spPr>
          <a:xfrm>
            <a:off x="4570700" y="3765400"/>
            <a:ext cx="4557900" cy="244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Lesson 21.3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171"/>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Learning Objectives</a:t>
            </a:r>
            <a:endParaRPr/>
          </a:p>
        </p:txBody>
      </p:sp>
      <p:sp>
        <p:nvSpPr>
          <p:cNvPr id="1265" name="Google Shape;1265;p171"/>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rgbClr val="000000"/>
              </a:buClr>
              <a:buSzPts val="1800"/>
              <a:buFont typeface="Arial"/>
              <a:buNone/>
            </a:pPr>
            <a:r>
              <a:rPr lang="en"/>
              <a:t>By the end of today’s lesson, you will be able to:</a:t>
            </a:r>
            <a:endParaRPr/>
          </a:p>
          <a:p>
            <a:pPr indent="0" lvl="0" marL="0" rtl="0" algn="l">
              <a:spcBef>
                <a:spcPts val="1200"/>
              </a:spcBef>
              <a:spcAft>
                <a:spcPts val="0"/>
              </a:spcAft>
              <a:buNone/>
            </a:pPr>
            <a:r>
              <a:t/>
            </a:r>
            <a:endParaRPr/>
          </a:p>
        </p:txBody>
      </p:sp>
      <p:grpSp>
        <p:nvGrpSpPr>
          <p:cNvPr id="1266" name="Google Shape;1266;p171"/>
          <p:cNvGrpSpPr/>
          <p:nvPr/>
        </p:nvGrpSpPr>
        <p:grpSpPr>
          <a:xfrm>
            <a:off x="162900" y="173561"/>
            <a:ext cx="588600" cy="567300"/>
            <a:chOff x="914400" y="200161"/>
            <a:chExt cx="588600" cy="567300"/>
          </a:xfrm>
        </p:grpSpPr>
        <p:sp>
          <p:nvSpPr>
            <p:cNvPr id="1267" name="Google Shape;1267;p171"/>
            <p:cNvSpPr/>
            <p:nvPr/>
          </p:nvSpPr>
          <p:spPr>
            <a:xfrm>
              <a:off x="914400" y="200161"/>
              <a:ext cx="588600" cy="567300"/>
            </a:xfrm>
            <a:prstGeom prst="ellipse">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268" name="Google Shape;1268;p171"/>
            <p:cNvPicPr preferRelativeResize="0"/>
            <p:nvPr/>
          </p:nvPicPr>
          <p:blipFill rotWithShape="1">
            <a:blip r:embed="rId3">
              <a:alphaModFix/>
            </a:blip>
            <a:srcRect b="0" l="0" r="0" t="0"/>
            <a:stretch/>
          </p:blipFill>
          <p:spPr>
            <a:xfrm>
              <a:off x="960251" y="235363"/>
              <a:ext cx="496875" cy="496875"/>
            </a:xfrm>
            <a:prstGeom prst="rect">
              <a:avLst/>
            </a:prstGeom>
            <a:noFill/>
            <a:ln>
              <a:noFill/>
            </a:ln>
          </p:spPr>
        </p:pic>
      </p:grpSp>
      <p:cxnSp>
        <p:nvCxnSpPr>
          <p:cNvPr id="1269" name="Google Shape;1269;p171"/>
          <p:cNvCxnSpPr/>
          <p:nvPr/>
        </p:nvCxnSpPr>
        <p:spPr>
          <a:xfrm>
            <a:off x="9750" y="968825"/>
            <a:ext cx="7291800" cy="0"/>
          </a:xfrm>
          <a:prstGeom prst="straightConnector1">
            <a:avLst/>
          </a:prstGeom>
          <a:noFill/>
          <a:ln cap="flat" cmpd="sng" w="19050">
            <a:solidFill>
              <a:schemeClr val="accent5"/>
            </a:solidFill>
            <a:prstDash val="solid"/>
            <a:round/>
            <a:headEnd len="med" w="med" type="none"/>
            <a:tailEnd len="med" w="med" type="oval"/>
          </a:ln>
        </p:spPr>
      </p:cxnSp>
      <p:sp>
        <p:nvSpPr>
          <p:cNvPr id="1270" name="Google Shape;1270;p171"/>
          <p:cNvSpPr/>
          <p:nvPr/>
        </p:nvSpPr>
        <p:spPr>
          <a:xfrm>
            <a:off x="398575" y="2676177"/>
            <a:ext cx="8057100" cy="677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Roboto"/>
              <a:ea typeface="Roboto"/>
              <a:cs typeface="Roboto"/>
              <a:sym typeface="Roboto"/>
            </a:endParaRPr>
          </a:p>
        </p:txBody>
      </p:sp>
      <p:sp>
        <p:nvSpPr>
          <p:cNvPr id="1271" name="Google Shape;1271;p171"/>
          <p:cNvSpPr/>
          <p:nvPr/>
        </p:nvSpPr>
        <p:spPr>
          <a:xfrm>
            <a:off x="322375" y="2667471"/>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sp>
        <p:nvSpPr>
          <p:cNvPr id="1272" name="Google Shape;1272;p171"/>
          <p:cNvSpPr txBox="1"/>
          <p:nvPr/>
        </p:nvSpPr>
        <p:spPr>
          <a:xfrm>
            <a:off x="825475" y="2655546"/>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Locate identifiable evidence on the iPhone in order to establish ownership.</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273" name="Google Shape;1273;p171"/>
          <p:cNvSpPr/>
          <p:nvPr/>
        </p:nvSpPr>
        <p:spPr>
          <a:xfrm>
            <a:off x="398575" y="1304571"/>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Roboto"/>
              <a:ea typeface="Roboto"/>
              <a:cs typeface="Roboto"/>
              <a:sym typeface="Roboto"/>
            </a:endParaRPr>
          </a:p>
        </p:txBody>
      </p:sp>
      <p:sp>
        <p:nvSpPr>
          <p:cNvPr id="1274" name="Google Shape;1274;p171"/>
          <p:cNvSpPr/>
          <p:nvPr/>
        </p:nvSpPr>
        <p:spPr>
          <a:xfrm>
            <a:off x="322375" y="1295871"/>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275" name="Google Shape;1275;p171"/>
          <p:cNvSpPr txBox="1"/>
          <p:nvPr/>
        </p:nvSpPr>
        <p:spPr>
          <a:xfrm>
            <a:off x="825475" y="1270046"/>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Identify the methods used in smartphone forensics investigations.</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276" name="Google Shape;1276;p171"/>
          <p:cNvSpPr/>
          <p:nvPr/>
        </p:nvSpPr>
        <p:spPr>
          <a:xfrm>
            <a:off x="398575" y="1990371"/>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Roboto"/>
              <a:ea typeface="Roboto"/>
              <a:cs typeface="Roboto"/>
              <a:sym typeface="Roboto"/>
            </a:endParaRPr>
          </a:p>
        </p:txBody>
      </p:sp>
      <p:sp>
        <p:nvSpPr>
          <p:cNvPr id="1277" name="Google Shape;1277;p171"/>
          <p:cNvSpPr/>
          <p:nvPr/>
        </p:nvSpPr>
        <p:spPr>
          <a:xfrm>
            <a:off x="322375" y="1981671"/>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1278" name="Google Shape;1278;p171"/>
          <p:cNvSpPr txBox="1"/>
          <p:nvPr/>
        </p:nvSpPr>
        <p:spPr>
          <a:xfrm>
            <a:off x="825475" y="1924721"/>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Navigate the database and file structure of the iPhone's flash drive.</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279" name="Google Shape;1279;p171"/>
          <p:cNvSpPr/>
          <p:nvPr/>
        </p:nvSpPr>
        <p:spPr>
          <a:xfrm>
            <a:off x="398575" y="3514371"/>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Roboto"/>
              <a:ea typeface="Roboto"/>
              <a:cs typeface="Roboto"/>
              <a:sym typeface="Roboto"/>
            </a:endParaRPr>
          </a:p>
        </p:txBody>
      </p:sp>
      <p:sp>
        <p:nvSpPr>
          <p:cNvPr id="1280" name="Google Shape;1280;p171"/>
          <p:cNvSpPr/>
          <p:nvPr/>
        </p:nvSpPr>
        <p:spPr>
          <a:xfrm>
            <a:off x="322375" y="3505671"/>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4</a:t>
            </a:r>
            <a:endParaRPr sz="1800">
              <a:latin typeface="Roboto"/>
              <a:ea typeface="Roboto"/>
              <a:cs typeface="Roboto"/>
              <a:sym typeface="Roboto"/>
            </a:endParaRPr>
          </a:p>
        </p:txBody>
      </p:sp>
      <p:sp>
        <p:nvSpPr>
          <p:cNvPr id="1281" name="Google Shape;1281;p171"/>
          <p:cNvSpPr txBox="1"/>
          <p:nvPr/>
        </p:nvSpPr>
        <p:spPr>
          <a:xfrm>
            <a:off x="825475" y="3534996"/>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Use Autopsy to view and tag evidence in an iPhone image.</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282" name="Google Shape;1282;p171"/>
          <p:cNvSpPr/>
          <p:nvPr/>
        </p:nvSpPr>
        <p:spPr>
          <a:xfrm>
            <a:off x="398575" y="4200178"/>
            <a:ext cx="8057100" cy="7155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Roboto"/>
              <a:ea typeface="Roboto"/>
              <a:cs typeface="Roboto"/>
              <a:sym typeface="Roboto"/>
            </a:endParaRPr>
          </a:p>
        </p:txBody>
      </p:sp>
      <p:sp>
        <p:nvSpPr>
          <p:cNvPr id="1283" name="Google Shape;1283;p171"/>
          <p:cNvSpPr/>
          <p:nvPr/>
        </p:nvSpPr>
        <p:spPr>
          <a:xfrm>
            <a:off x="322375" y="4191471"/>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5</a:t>
            </a:r>
            <a:endParaRPr sz="1800">
              <a:latin typeface="Roboto"/>
              <a:ea typeface="Roboto"/>
              <a:cs typeface="Roboto"/>
              <a:sym typeface="Roboto"/>
            </a:endParaRPr>
          </a:p>
        </p:txBody>
      </p:sp>
      <p:sp>
        <p:nvSpPr>
          <p:cNvPr id="1284" name="Google Shape;1284;p171"/>
          <p:cNvSpPr txBox="1"/>
          <p:nvPr/>
        </p:nvSpPr>
        <p:spPr>
          <a:xfrm>
            <a:off x="825475" y="4135825"/>
            <a:ext cx="73407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Extract image content for offline viewing in other applications (logs, text, pictures, video, audio).</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17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98" name="Google Shape;1298;p17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pic>
        <p:nvPicPr>
          <p:cNvPr id="1299" name="Google Shape;1299;p174"/>
          <p:cNvPicPr preferRelativeResize="0"/>
          <p:nvPr/>
        </p:nvPicPr>
        <p:blipFill rotWithShape="1">
          <a:blip r:embed="rId3">
            <a:alphaModFix/>
          </a:blip>
          <a:srcRect b="0" l="0" r="0" t="0"/>
          <a:stretch/>
        </p:blipFill>
        <p:spPr>
          <a:xfrm>
            <a:off x="227700" y="248025"/>
            <a:ext cx="459000" cy="471541"/>
          </a:xfrm>
          <a:prstGeom prst="rect">
            <a:avLst/>
          </a:prstGeom>
          <a:noFill/>
          <a:ln>
            <a:noFill/>
          </a:ln>
        </p:spPr>
      </p:pic>
      <p:sp>
        <p:nvSpPr>
          <p:cNvPr id="1300" name="Google Shape;1300;p174"/>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Recap</a:t>
            </a:r>
            <a:endParaRPr/>
          </a:p>
        </p:txBody>
      </p:sp>
      <p:sp>
        <p:nvSpPr>
          <p:cNvPr id="1301" name="Google Shape;1301;p174"/>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a:t>
            </a:r>
            <a:r>
              <a:rPr lang="en"/>
              <a:t>n the last lesson, we covered:</a:t>
            </a:r>
            <a:endParaRPr/>
          </a:p>
        </p:txBody>
      </p:sp>
      <p:sp>
        <p:nvSpPr>
          <p:cNvPr id="1302" name="Google Shape;1302;p174"/>
          <p:cNvSpPr/>
          <p:nvPr/>
        </p:nvSpPr>
        <p:spPr>
          <a:xfrm>
            <a:off x="1287175" y="13716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174"/>
          <p:cNvSpPr/>
          <p:nvPr/>
        </p:nvSpPr>
        <p:spPr>
          <a:xfrm>
            <a:off x="1287175" y="4113475"/>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p174"/>
          <p:cNvSpPr/>
          <p:nvPr/>
        </p:nvSpPr>
        <p:spPr>
          <a:xfrm>
            <a:off x="1287175" y="342857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174"/>
          <p:cNvSpPr/>
          <p:nvPr/>
        </p:nvSpPr>
        <p:spPr>
          <a:xfrm>
            <a:off x="1287175" y="2670800"/>
            <a:ext cx="7399500" cy="6021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174"/>
          <p:cNvSpPr/>
          <p:nvPr/>
        </p:nvSpPr>
        <p:spPr>
          <a:xfrm>
            <a:off x="1287175" y="20467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07" name="Google Shape;1307;p174"/>
          <p:cNvGrpSpPr/>
          <p:nvPr/>
        </p:nvGrpSpPr>
        <p:grpSpPr>
          <a:xfrm>
            <a:off x="457200" y="1371604"/>
            <a:ext cx="776900" cy="459019"/>
            <a:chOff x="457200" y="1466425"/>
            <a:chExt cx="776900" cy="486300"/>
          </a:xfrm>
        </p:grpSpPr>
        <p:sp>
          <p:nvSpPr>
            <p:cNvPr id="1308" name="Google Shape;1308;p174"/>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1309" name="Google Shape;1309;p174"/>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310" name="Google Shape;1310;p174"/>
          <p:cNvGrpSpPr/>
          <p:nvPr/>
        </p:nvGrpSpPr>
        <p:grpSpPr>
          <a:xfrm>
            <a:off x="457200" y="2026480"/>
            <a:ext cx="776900" cy="486300"/>
            <a:chOff x="457200" y="1466425"/>
            <a:chExt cx="776900" cy="486300"/>
          </a:xfrm>
        </p:grpSpPr>
        <p:sp>
          <p:nvSpPr>
            <p:cNvPr id="1311" name="Google Shape;1311;p174"/>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1312" name="Google Shape;1312;p174"/>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313" name="Google Shape;1313;p174"/>
          <p:cNvGrpSpPr/>
          <p:nvPr/>
        </p:nvGrpSpPr>
        <p:grpSpPr>
          <a:xfrm>
            <a:off x="457200" y="2667136"/>
            <a:ext cx="776900" cy="437378"/>
            <a:chOff x="457200" y="1466425"/>
            <a:chExt cx="776900" cy="486300"/>
          </a:xfrm>
        </p:grpSpPr>
        <p:sp>
          <p:nvSpPr>
            <p:cNvPr id="1314" name="Google Shape;1314;p174"/>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1315" name="Google Shape;1315;p174"/>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316" name="Google Shape;1316;p174"/>
          <p:cNvGrpSpPr/>
          <p:nvPr/>
        </p:nvGrpSpPr>
        <p:grpSpPr>
          <a:xfrm>
            <a:off x="457200" y="3426804"/>
            <a:ext cx="776900" cy="459019"/>
            <a:chOff x="457200" y="1466425"/>
            <a:chExt cx="776900" cy="486300"/>
          </a:xfrm>
        </p:grpSpPr>
        <p:sp>
          <p:nvSpPr>
            <p:cNvPr id="1317" name="Google Shape;1317;p174"/>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04</a:t>
              </a:r>
              <a:endParaRPr b="0" i="0" sz="3000" u="none" cap="none" strike="noStrike">
                <a:solidFill>
                  <a:srgbClr val="082D49"/>
                </a:solidFill>
                <a:latin typeface="Roboto"/>
                <a:ea typeface="Roboto"/>
                <a:cs typeface="Roboto"/>
                <a:sym typeface="Roboto"/>
              </a:endParaRPr>
            </a:p>
          </p:txBody>
        </p:sp>
        <p:sp>
          <p:nvSpPr>
            <p:cNvPr id="1318" name="Google Shape;1318;p174"/>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319" name="Google Shape;1319;p174"/>
          <p:cNvGrpSpPr/>
          <p:nvPr/>
        </p:nvGrpSpPr>
        <p:grpSpPr>
          <a:xfrm>
            <a:off x="457200" y="4115361"/>
            <a:ext cx="776900" cy="437378"/>
            <a:chOff x="457200" y="1466425"/>
            <a:chExt cx="776900" cy="486300"/>
          </a:xfrm>
        </p:grpSpPr>
        <p:sp>
          <p:nvSpPr>
            <p:cNvPr id="1320" name="Google Shape;1320;p174"/>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05</a:t>
              </a:r>
              <a:endParaRPr b="0" i="0" sz="3000" u="none" cap="none" strike="noStrike">
                <a:solidFill>
                  <a:srgbClr val="FFFFFF"/>
                </a:solidFill>
                <a:latin typeface="Roboto"/>
                <a:ea typeface="Roboto"/>
                <a:cs typeface="Roboto"/>
                <a:sym typeface="Roboto"/>
              </a:endParaRPr>
            </a:p>
          </p:txBody>
        </p:sp>
        <p:sp>
          <p:nvSpPr>
            <p:cNvPr id="1321" name="Google Shape;1321;p174"/>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322" name="Google Shape;1322;p174"/>
          <p:cNvSpPr txBox="1"/>
          <p:nvPr/>
        </p:nvSpPr>
        <p:spPr>
          <a:xfrm>
            <a:off x="1363450" y="13929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Basic principles of digital forensics methodologies.</a:t>
            </a:r>
            <a:endParaRPr sz="1800">
              <a:solidFill>
                <a:srgbClr val="082D49"/>
              </a:solidFill>
              <a:latin typeface="Roboto"/>
              <a:ea typeface="Roboto"/>
              <a:cs typeface="Roboto"/>
              <a:sym typeface="Roboto"/>
            </a:endParaRPr>
          </a:p>
        </p:txBody>
      </p:sp>
      <p:sp>
        <p:nvSpPr>
          <p:cNvPr id="1323" name="Google Shape;1323;p174"/>
          <p:cNvSpPr txBox="1"/>
          <p:nvPr/>
        </p:nvSpPr>
        <p:spPr>
          <a:xfrm>
            <a:off x="1363450" y="2068150"/>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Various skill sets required for a career in digital forensics.</a:t>
            </a:r>
            <a:endParaRPr sz="1800">
              <a:solidFill>
                <a:srgbClr val="082D49"/>
              </a:solidFill>
              <a:latin typeface="Roboto"/>
              <a:ea typeface="Roboto"/>
              <a:cs typeface="Roboto"/>
              <a:sym typeface="Roboto"/>
            </a:endParaRPr>
          </a:p>
        </p:txBody>
      </p:sp>
      <p:sp>
        <p:nvSpPr>
          <p:cNvPr id="1324" name="Google Shape;1324;p174"/>
          <p:cNvSpPr txBox="1"/>
          <p:nvPr/>
        </p:nvSpPr>
        <p:spPr>
          <a:xfrm>
            <a:off x="1363450" y="2786800"/>
            <a:ext cx="7014000" cy="326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Proper approach to collecting, preserving, analyzing, and reporting digital forensics evidence.</a:t>
            </a:r>
            <a:endParaRPr sz="1800">
              <a:solidFill>
                <a:srgbClr val="082D49"/>
              </a:solidFill>
              <a:latin typeface="Roboto"/>
              <a:ea typeface="Roboto"/>
              <a:cs typeface="Roboto"/>
              <a:sym typeface="Roboto"/>
            </a:endParaRPr>
          </a:p>
        </p:txBody>
      </p:sp>
      <p:sp>
        <p:nvSpPr>
          <p:cNvPr id="1325" name="Google Shape;1325;p174"/>
          <p:cNvSpPr txBox="1"/>
          <p:nvPr/>
        </p:nvSpPr>
        <p:spPr>
          <a:xfrm>
            <a:off x="1363450" y="3433675"/>
            <a:ext cx="7250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50">
                <a:solidFill>
                  <a:srgbClr val="082D49"/>
                </a:solidFill>
                <a:latin typeface="Roboto"/>
                <a:ea typeface="Roboto"/>
                <a:cs typeface="Roboto"/>
                <a:sym typeface="Roboto"/>
              </a:rPr>
              <a:t>How to conduct a preliminary review for a </a:t>
            </a:r>
            <a:r>
              <a:rPr lang="en" sz="1850">
                <a:solidFill>
                  <a:srgbClr val="082D49"/>
                </a:solidFill>
                <a:latin typeface="Roboto"/>
                <a:ea typeface="Roboto"/>
                <a:cs typeface="Roboto"/>
                <a:sym typeface="Roboto"/>
              </a:rPr>
              <a:t>digital</a:t>
            </a:r>
            <a:r>
              <a:rPr lang="en" sz="1850">
                <a:solidFill>
                  <a:srgbClr val="082D49"/>
                </a:solidFill>
                <a:latin typeface="Roboto"/>
                <a:ea typeface="Roboto"/>
                <a:cs typeface="Roboto"/>
                <a:sym typeface="Roboto"/>
              </a:rPr>
              <a:t> forensics case.</a:t>
            </a:r>
            <a:endParaRPr sz="1850">
              <a:solidFill>
                <a:srgbClr val="082D49"/>
              </a:solidFill>
              <a:latin typeface="Roboto"/>
              <a:ea typeface="Roboto"/>
              <a:cs typeface="Roboto"/>
              <a:sym typeface="Roboto"/>
            </a:endParaRPr>
          </a:p>
        </p:txBody>
      </p:sp>
      <p:sp>
        <p:nvSpPr>
          <p:cNvPr id="1326" name="Google Shape;1326;p174"/>
          <p:cNvSpPr txBox="1"/>
          <p:nvPr/>
        </p:nvSpPr>
        <p:spPr>
          <a:xfrm>
            <a:off x="1363450" y="4126775"/>
            <a:ext cx="65436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How to preserve and document evidence using Autopsy.</a:t>
            </a:r>
            <a:endParaRPr sz="1800">
              <a:solidFill>
                <a:srgbClr val="082D49"/>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0" name="Shape 1330"/>
        <p:cNvGrpSpPr/>
        <p:nvPr/>
      </p:nvGrpSpPr>
      <p:grpSpPr>
        <a:xfrm>
          <a:off x="0" y="0"/>
          <a:ext cx="0" cy="0"/>
          <a:chOff x="0" y="0"/>
          <a:chExt cx="0" cy="0"/>
        </a:xfrm>
      </p:grpSpPr>
      <p:sp>
        <p:nvSpPr>
          <p:cNvPr id="1331" name="Google Shape;1331;p175"/>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Overview</a:t>
            </a:r>
            <a:endParaRPr sz="2600"/>
          </a:p>
        </p:txBody>
      </p:sp>
      <p:sp>
        <p:nvSpPr>
          <p:cNvPr id="1332" name="Google Shape;1332;p175"/>
          <p:cNvSpPr txBox="1"/>
          <p:nvPr>
            <p:ph idx="1" type="subTitle"/>
          </p:nvPr>
        </p:nvSpPr>
        <p:spPr>
          <a:xfrm>
            <a:off x="0" y="1328100"/>
            <a:ext cx="4373700" cy="2487300"/>
          </a:xfrm>
          <a:prstGeom prst="rect">
            <a:avLst/>
          </a:prstGeom>
        </p:spPr>
        <p:txBody>
          <a:bodyPr anchorCtr="0" anchor="t" bIns="0" lIns="457200" spcFirstLastPara="1" rIns="457200"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300"/>
              <a:t>Today we will focus on smartphone forensics </a:t>
            </a:r>
            <a:br>
              <a:rPr lang="en" sz="2300"/>
            </a:br>
            <a:r>
              <a:rPr lang="en" sz="2300"/>
              <a:t>and continue the </a:t>
            </a:r>
            <a:r>
              <a:rPr b="1" lang="en" sz="2300"/>
              <a:t>Pure Gold Credit Union</a:t>
            </a:r>
            <a:r>
              <a:rPr lang="en" sz="2300"/>
              <a:t> case </a:t>
            </a:r>
            <a:br>
              <a:rPr lang="en" sz="2300"/>
            </a:br>
            <a:r>
              <a:rPr lang="en" sz="2300"/>
              <a:t>by using Autopsy to view and tag evidence on an iPhone image.</a:t>
            </a:r>
            <a:endParaRPr sz="2300"/>
          </a:p>
        </p:txBody>
      </p:sp>
      <p:cxnSp>
        <p:nvCxnSpPr>
          <p:cNvPr id="1333" name="Google Shape;1333;p175"/>
          <p:cNvCxnSpPr/>
          <p:nvPr/>
        </p:nvCxnSpPr>
        <p:spPr>
          <a:xfrm>
            <a:off x="0" y="706350"/>
            <a:ext cx="7337400" cy="0"/>
          </a:xfrm>
          <a:prstGeom prst="straightConnector1">
            <a:avLst/>
          </a:prstGeom>
          <a:noFill/>
          <a:ln cap="flat" cmpd="sng" w="19050">
            <a:solidFill>
              <a:schemeClr val="dk2"/>
            </a:solidFill>
            <a:prstDash val="solid"/>
            <a:round/>
            <a:headEnd len="sm" w="sm" type="none"/>
            <a:tailEnd len="med" w="med" type="oval"/>
          </a:ln>
        </p:spPr>
      </p:cxnSp>
      <p:pic>
        <p:nvPicPr>
          <p:cNvPr id="1334" name="Google Shape;1334;p175"/>
          <p:cNvPicPr preferRelativeResize="0"/>
          <p:nvPr/>
        </p:nvPicPr>
        <p:blipFill>
          <a:blip r:embed="rId3">
            <a:alphaModFix/>
          </a:blip>
          <a:stretch>
            <a:fillRect/>
          </a:stretch>
        </p:blipFill>
        <p:spPr>
          <a:xfrm>
            <a:off x="4886325" y="1328100"/>
            <a:ext cx="2886075" cy="2762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176"/>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Clr>
                <a:schemeClr val="dk1"/>
              </a:buClr>
              <a:buSzPts val="1100"/>
              <a:buFont typeface="Arial"/>
              <a:buNone/>
            </a:pPr>
            <a:r>
              <a:rPr lang="en" sz="2600"/>
              <a:t>Overview</a:t>
            </a:r>
            <a:endParaRPr sz="2600"/>
          </a:p>
          <a:p>
            <a:pPr indent="0" lvl="0" marL="0" rtl="0" algn="l">
              <a:spcBef>
                <a:spcPts val="0"/>
              </a:spcBef>
              <a:spcAft>
                <a:spcPts val="0"/>
              </a:spcAft>
              <a:buNone/>
            </a:pPr>
            <a:r>
              <a:t/>
            </a:r>
            <a:endParaRPr/>
          </a:p>
        </p:txBody>
      </p:sp>
      <p:sp>
        <p:nvSpPr>
          <p:cNvPr id="1340" name="Google Shape;1340;p176"/>
          <p:cNvSpPr txBox="1"/>
          <p:nvPr>
            <p:ph idx="1" type="subTitle"/>
          </p:nvPr>
        </p:nvSpPr>
        <p:spPr>
          <a:xfrm>
            <a:off x="0" y="523575"/>
            <a:ext cx="8270100" cy="364800"/>
          </a:xfrm>
          <a:prstGeom prst="rect">
            <a:avLst/>
          </a:prstGeom>
        </p:spPr>
        <p:txBody>
          <a:bodyPr anchorCtr="0" anchor="t" bIns="91425" lIns="457200" spcFirstLastPara="1" rIns="0" wrap="square" tIns="91425">
            <a:noAutofit/>
          </a:bodyPr>
          <a:lstStyle/>
          <a:p>
            <a:pPr indent="0" lvl="0" marL="0" rtl="0" algn="l">
              <a:spcBef>
                <a:spcPts val="0"/>
              </a:spcBef>
              <a:spcAft>
                <a:spcPts val="0"/>
              </a:spcAft>
              <a:buSzPts val="688"/>
              <a:buNone/>
            </a:pPr>
            <a:r>
              <a:rPr lang="en"/>
              <a:t>You will also learn how to perform image searches without using the </a:t>
            </a:r>
            <a:r>
              <a:rPr lang="en"/>
              <a:t>directory tree</a:t>
            </a:r>
            <a:r>
              <a:rPr lang="en"/>
              <a:t>.</a:t>
            </a:r>
            <a:endParaRPr/>
          </a:p>
        </p:txBody>
      </p:sp>
      <p:sp>
        <p:nvSpPr>
          <p:cNvPr id="1341" name="Google Shape;1341;p176"/>
          <p:cNvSpPr txBox="1"/>
          <p:nvPr>
            <p:ph idx="3" type="body"/>
          </p:nvPr>
        </p:nvSpPr>
        <p:spPr>
          <a:xfrm>
            <a:off x="175" y="1320536"/>
            <a:ext cx="9144000" cy="364800"/>
          </a:xfrm>
          <a:prstGeom prst="rect">
            <a:avLst/>
          </a:prstGeom>
        </p:spPr>
        <p:txBody>
          <a:bodyPr anchorCtr="0" anchor="t" bIns="914400" lIns="457200" spcFirstLastPara="1" rIns="457200" wrap="square" tIns="0">
            <a:noAutofit/>
          </a:bodyPr>
          <a:lstStyle/>
          <a:p>
            <a:pPr indent="0" lvl="0" marL="0" rtl="0" algn="l">
              <a:lnSpc>
                <a:spcPct val="95000"/>
              </a:lnSpc>
              <a:spcBef>
                <a:spcPts val="0"/>
              </a:spcBef>
              <a:spcAft>
                <a:spcPts val="800"/>
              </a:spcAft>
              <a:buSzPts val="275"/>
              <a:buNone/>
            </a:pPr>
            <a:r>
              <a:rPr b="1" lang="en"/>
              <a:t>Instead, you will use:</a:t>
            </a:r>
            <a:endParaRPr b="1"/>
          </a:p>
        </p:txBody>
      </p:sp>
      <p:pic>
        <p:nvPicPr>
          <p:cNvPr id="1342" name="Google Shape;1342;p176"/>
          <p:cNvPicPr preferRelativeResize="0"/>
          <p:nvPr/>
        </p:nvPicPr>
        <p:blipFill rotWithShape="1">
          <a:blip r:embed="rId3">
            <a:alphaModFix/>
          </a:blip>
          <a:srcRect b="0" l="0" r="0" t="0"/>
          <a:stretch/>
        </p:blipFill>
        <p:spPr>
          <a:xfrm>
            <a:off x="1396300" y="1619464"/>
            <a:ext cx="6351398" cy="3281576"/>
          </a:xfrm>
          <a:prstGeom prst="rect">
            <a:avLst/>
          </a:prstGeom>
          <a:noFill/>
          <a:ln>
            <a:noFill/>
          </a:ln>
        </p:spPr>
      </p:pic>
      <p:sp>
        <p:nvSpPr>
          <p:cNvPr id="1343" name="Google Shape;1343;p176"/>
          <p:cNvSpPr txBox="1"/>
          <p:nvPr/>
        </p:nvSpPr>
        <p:spPr>
          <a:xfrm>
            <a:off x="1941228" y="2475501"/>
            <a:ext cx="2074200" cy="1581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File Search by Attributes </a:t>
            </a:r>
            <a:r>
              <a:rPr lang="en" sz="1800">
                <a:solidFill>
                  <a:schemeClr val="dk2"/>
                </a:solidFill>
                <a:latin typeface="Roboto"/>
                <a:ea typeface="Roboto"/>
                <a:cs typeface="Roboto"/>
                <a:sym typeface="Roboto"/>
              </a:rPr>
              <a:t>and</a:t>
            </a:r>
            <a:r>
              <a:rPr b="1" lang="en" sz="1800">
                <a:solidFill>
                  <a:schemeClr val="dk2"/>
                </a:solidFill>
                <a:latin typeface="Roboto"/>
                <a:ea typeface="Roboto"/>
                <a:cs typeface="Roboto"/>
                <a:sym typeface="Roboto"/>
              </a:rPr>
              <a:t> Keyword Search</a:t>
            </a:r>
            <a:endParaRPr b="1" i="0" sz="1800" u="none" cap="none" strike="noStrike">
              <a:solidFill>
                <a:schemeClr val="dk2"/>
              </a:solidFill>
              <a:latin typeface="Roboto"/>
              <a:ea typeface="Roboto"/>
              <a:cs typeface="Roboto"/>
              <a:sym typeface="Roboto"/>
            </a:endParaRPr>
          </a:p>
        </p:txBody>
      </p:sp>
      <p:sp>
        <p:nvSpPr>
          <p:cNvPr id="1344" name="Google Shape;1344;p176"/>
          <p:cNvSpPr txBox="1"/>
          <p:nvPr/>
        </p:nvSpPr>
        <p:spPr>
          <a:xfrm>
            <a:off x="5126687" y="2475501"/>
            <a:ext cx="2148600" cy="1581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Displaying</a:t>
            </a:r>
            <a:endParaRPr b="1" sz="1800">
              <a:solidFill>
                <a:schemeClr val="dk2"/>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text </a:t>
            </a:r>
            <a:r>
              <a:rPr lang="en" sz="1800">
                <a:solidFill>
                  <a:schemeClr val="dk2"/>
                </a:solidFill>
                <a:latin typeface="Roboto"/>
                <a:ea typeface="Roboto"/>
                <a:cs typeface="Roboto"/>
                <a:sym typeface="Roboto"/>
              </a:rPr>
              <a:t>and</a:t>
            </a:r>
            <a:r>
              <a:rPr b="1" lang="en" sz="1800">
                <a:solidFill>
                  <a:schemeClr val="dk2"/>
                </a:solidFill>
                <a:latin typeface="Roboto"/>
                <a:ea typeface="Roboto"/>
                <a:cs typeface="Roboto"/>
                <a:sym typeface="Roboto"/>
              </a:rPr>
              <a:t> </a:t>
            </a:r>
            <a:br>
              <a:rPr b="1" lang="en" sz="1800">
                <a:solidFill>
                  <a:schemeClr val="dk2"/>
                </a:solidFill>
                <a:latin typeface="Roboto"/>
                <a:ea typeface="Roboto"/>
                <a:cs typeface="Roboto"/>
                <a:sym typeface="Roboto"/>
              </a:rPr>
            </a:br>
            <a:r>
              <a:rPr b="1" lang="en" sz="1800">
                <a:solidFill>
                  <a:schemeClr val="dk2"/>
                </a:solidFill>
                <a:latin typeface="Roboto"/>
                <a:ea typeface="Roboto"/>
                <a:cs typeface="Roboto"/>
                <a:sym typeface="Roboto"/>
              </a:rPr>
              <a:t>file metadata</a:t>
            </a:r>
            <a:endParaRPr b="1" i="0" sz="1800" u="none" cap="none" strike="noStrike">
              <a:solidFill>
                <a:schemeClr val="dk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8" name="Shape 1348"/>
        <p:cNvGrpSpPr/>
        <p:nvPr/>
      </p:nvGrpSpPr>
      <p:grpSpPr>
        <a:xfrm>
          <a:off x="0" y="0"/>
          <a:ext cx="0" cy="0"/>
          <a:chOff x="0" y="0"/>
          <a:chExt cx="0" cy="0"/>
        </a:xfrm>
      </p:grpSpPr>
      <p:sp>
        <p:nvSpPr>
          <p:cNvPr id="1349" name="Google Shape;1349;p177"/>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File Systems and Data Storage</a:t>
            </a:r>
            <a:endParaRPr b="0">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Where’s the data?</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p:txBody>
      </p:sp>
      <p:pic>
        <p:nvPicPr>
          <p:cNvPr id="1350" name="Google Shape;1350;p177"/>
          <p:cNvPicPr preferRelativeResize="0"/>
          <p:nvPr/>
        </p:nvPicPr>
        <p:blipFill>
          <a:blip r:embed="rId3">
            <a:alphaModFix/>
          </a:blip>
          <a:stretch>
            <a:fillRect/>
          </a:stretch>
        </p:blipFill>
        <p:spPr>
          <a:xfrm>
            <a:off x="3362762" y="1478525"/>
            <a:ext cx="2173404" cy="1396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4" name="Shape 1354"/>
        <p:cNvGrpSpPr/>
        <p:nvPr/>
      </p:nvGrpSpPr>
      <p:grpSpPr>
        <a:xfrm>
          <a:off x="0" y="0"/>
          <a:ext cx="0" cy="0"/>
          <a:chOff x="0" y="0"/>
          <a:chExt cx="0" cy="0"/>
        </a:xfrm>
      </p:grpSpPr>
      <p:sp>
        <p:nvSpPr>
          <p:cNvPr id="1355" name="Google Shape;1355;p178"/>
          <p:cNvSpPr txBox="1"/>
          <p:nvPr>
            <p:ph type="title"/>
          </p:nvPr>
        </p:nvSpPr>
        <p:spPr>
          <a:xfrm>
            <a:off x="457200" y="146300"/>
            <a:ext cx="5486400" cy="365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File Systems and Data Storage</a:t>
            </a:r>
            <a:endParaRPr/>
          </a:p>
        </p:txBody>
      </p:sp>
      <p:sp>
        <p:nvSpPr>
          <p:cNvPr id="1356" name="Google Shape;1356;p178"/>
          <p:cNvSpPr txBox="1"/>
          <p:nvPr>
            <p:ph idx="1" type="subTitle"/>
          </p:nvPr>
        </p:nvSpPr>
        <p:spPr>
          <a:xfrm>
            <a:off x="461220" y="548650"/>
            <a:ext cx="5482500" cy="2742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Where’s the data?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57" name="Google Shape;1357;p178"/>
          <p:cNvSpPr txBox="1"/>
          <p:nvPr>
            <p:ph idx="3" type="body"/>
          </p:nvPr>
        </p:nvSpPr>
        <p:spPr>
          <a:xfrm>
            <a:off x="381000" y="1063525"/>
            <a:ext cx="5029200" cy="352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An iPhone does not have external storage. </a:t>
            </a:r>
            <a:endParaRPr/>
          </a:p>
          <a:p>
            <a:pPr indent="0" lvl="0" marL="0" rtl="0" algn="l">
              <a:spcBef>
                <a:spcPts val="0"/>
              </a:spcBef>
              <a:spcAft>
                <a:spcPts val="0"/>
              </a:spcAft>
              <a:buNone/>
            </a:pPr>
            <a:r>
              <a:rPr lang="en"/>
              <a:t>All data is stored in </a:t>
            </a:r>
            <a:r>
              <a:rPr b="1" lang="en"/>
              <a:t>flash memory</a:t>
            </a:r>
            <a:r>
              <a:rPr lang="en"/>
              <a:t> on the device.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Remember</a:t>
            </a:r>
            <a:endParaRPr b="1"/>
          </a:p>
          <a:p>
            <a:pPr indent="-342900" lvl="0" marL="457200" rtl="0" algn="l">
              <a:spcBef>
                <a:spcPts val="0"/>
              </a:spcBef>
              <a:spcAft>
                <a:spcPts val="0"/>
              </a:spcAft>
              <a:buSzPts val="1800"/>
              <a:buChar char="●"/>
            </a:pPr>
            <a:r>
              <a:rPr lang="en"/>
              <a:t>Flash memory retains data without any external power and is used in SSDs and smartphones.</a:t>
            </a:r>
            <a:endParaRPr/>
          </a:p>
          <a:p>
            <a:pPr indent="-342900" lvl="0" marL="457200" rtl="0" algn="l">
              <a:spcBef>
                <a:spcPts val="0"/>
              </a:spcBef>
              <a:spcAft>
                <a:spcPts val="0"/>
              </a:spcAft>
              <a:buSzPts val="1800"/>
              <a:buChar char="●"/>
            </a:pPr>
            <a:r>
              <a:rPr lang="en"/>
              <a:t>Flash memory on an iPhone exists </a:t>
            </a:r>
            <a:r>
              <a:rPr b="1" lang="en"/>
              <a:t>until</a:t>
            </a:r>
            <a:r>
              <a:rPr lang="en"/>
              <a:t> </a:t>
            </a:r>
            <a:br>
              <a:rPr lang="en"/>
            </a:br>
            <a:r>
              <a:rPr lang="en"/>
              <a:t>it is overwritten.</a:t>
            </a:r>
            <a:endParaRPr/>
          </a:p>
          <a:p>
            <a:pPr indent="0" lvl="0" marL="0" rtl="0" algn="l">
              <a:spcBef>
                <a:spcPts val="0"/>
              </a:spcBef>
              <a:spcAft>
                <a:spcPts val="0"/>
              </a:spcAft>
              <a:buNone/>
            </a:pPr>
            <a:r>
              <a:t/>
            </a:r>
            <a:endParaRPr/>
          </a:p>
        </p:txBody>
      </p:sp>
      <p:pic>
        <p:nvPicPr>
          <p:cNvPr id="1358" name="Google Shape;1358;p178"/>
          <p:cNvPicPr preferRelativeResize="0"/>
          <p:nvPr/>
        </p:nvPicPr>
        <p:blipFill rotWithShape="1">
          <a:blip r:embed="rId3">
            <a:alphaModFix/>
          </a:blip>
          <a:srcRect b="18209" l="26077" r="24146" t="21254"/>
          <a:stretch/>
        </p:blipFill>
        <p:spPr>
          <a:xfrm>
            <a:off x="5759325" y="0"/>
            <a:ext cx="3384674" cy="51435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179"/>
          <p:cNvSpPr txBox="1"/>
          <p:nvPr>
            <p:ph type="title"/>
          </p:nvPr>
        </p:nvSpPr>
        <p:spPr>
          <a:xfrm>
            <a:off x="457200" y="14630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File Systems and Data Storage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64" name="Google Shape;1364;p179"/>
          <p:cNvSpPr txBox="1"/>
          <p:nvPr>
            <p:ph idx="1" type="subTitle"/>
          </p:nvPr>
        </p:nvSpPr>
        <p:spPr>
          <a:xfrm>
            <a:off x="463231" y="624850"/>
            <a:ext cx="8229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 iPhone’s flash memory drive contains two disk partitions: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pSp>
        <p:nvGrpSpPr>
          <p:cNvPr id="1365" name="Google Shape;1365;p179"/>
          <p:cNvGrpSpPr/>
          <p:nvPr/>
        </p:nvGrpSpPr>
        <p:grpSpPr>
          <a:xfrm>
            <a:off x="1053225" y="1910400"/>
            <a:ext cx="2317329" cy="3002352"/>
            <a:chOff x="457189" y="1133250"/>
            <a:chExt cx="2439036" cy="3434400"/>
          </a:xfrm>
        </p:grpSpPr>
        <p:sp>
          <p:nvSpPr>
            <p:cNvPr id="1366" name="Google Shape;1366;p179"/>
            <p:cNvSpPr/>
            <p:nvPr/>
          </p:nvSpPr>
          <p:spPr>
            <a:xfrm flipH="1">
              <a:off x="467725" y="1133250"/>
              <a:ext cx="2428500" cy="34344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Roboto"/>
                <a:ea typeface="Roboto"/>
                <a:cs typeface="Roboto"/>
                <a:sym typeface="Roboto"/>
              </a:endParaRPr>
            </a:p>
          </p:txBody>
        </p:sp>
        <p:sp>
          <p:nvSpPr>
            <p:cNvPr id="1367" name="Google Shape;1367;p179"/>
            <p:cNvSpPr/>
            <p:nvPr/>
          </p:nvSpPr>
          <p:spPr>
            <a:xfrm>
              <a:off x="457189" y="1133250"/>
              <a:ext cx="2438400" cy="4182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Inconsolata"/>
                  <a:ea typeface="Inconsolata"/>
                  <a:cs typeface="Inconsolata"/>
                  <a:sym typeface="Inconsolata"/>
                </a:rPr>
                <a:t>root</a:t>
              </a:r>
              <a:endParaRPr b="1" sz="1800">
                <a:solidFill>
                  <a:srgbClr val="FFFFFF"/>
                </a:solidFill>
                <a:latin typeface="Inconsolata"/>
                <a:ea typeface="Inconsolata"/>
                <a:cs typeface="Inconsolata"/>
                <a:sym typeface="Inconsolata"/>
              </a:endParaRPr>
            </a:p>
          </p:txBody>
        </p:sp>
      </p:grpSp>
      <p:grpSp>
        <p:nvGrpSpPr>
          <p:cNvPr id="1368" name="Google Shape;1368;p179"/>
          <p:cNvGrpSpPr/>
          <p:nvPr/>
        </p:nvGrpSpPr>
        <p:grpSpPr>
          <a:xfrm>
            <a:off x="5325025" y="1909899"/>
            <a:ext cx="2313662" cy="3002364"/>
            <a:chOff x="3399110" y="1133235"/>
            <a:chExt cx="2435178" cy="3434414"/>
          </a:xfrm>
        </p:grpSpPr>
        <p:sp>
          <p:nvSpPr>
            <p:cNvPr id="1369" name="Google Shape;1369;p179"/>
            <p:cNvSpPr/>
            <p:nvPr/>
          </p:nvSpPr>
          <p:spPr>
            <a:xfrm flipH="1">
              <a:off x="3405788" y="1133249"/>
              <a:ext cx="2428500" cy="34344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Roboto"/>
                <a:ea typeface="Roboto"/>
                <a:cs typeface="Roboto"/>
                <a:sym typeface="Roboto"/>
              </a:endParaRPr>
            </a:p>
          </p:txBody>
        </p:sp>
        <p:sp>
          <p:nvSpPr>
            <p:cNvPr id="1370" name="Google Shape;1370;p179"/>
            <p:cNvSpPr/>
            <p:nvPr/>
          </p:nvSpPr>
          <p:spPr>
            <a:xfrm>
              <a:off x="3399110" y="1133235"/>
              <a:ext cx="2427300" cy="4596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lang="en" sz="1800">
                  <a:latin typeface="Inconsolata"/>
                  <a:ea typeface="Inconsolata"/>
                  <a:cs typeface="Inconsolata"/>
                  <a:sym typeface="Inconsolata"/>
                </a:rPr>
                <a:t>var</a:t>
              </a:r>
              <a:endParaRPr b="1" i="0" sz="1800" u="none" cap="none" strike="noStrike">
                <a:solidFill>
                  <a:srgbClr val="000000"/>
                </a:solidFill>
                <a:latin typeface="Inconsolata"/>
                <a:ea typeface="Inconsolata"/>
                <a:cs typeface="Inconsolata"/>
                <a:sym typeface="Inconsolata"/>
              </a:endParaRPr>
            </a:p>
          </p:txBody>
        </p:sp>
      </p:grpSp>
      <p:sp>
        <p:nvSpPr>
          <p:cNvPr id="1371" name="Google Shape;1371;p179"/>
          <p:cNvSpPr txBox="1"/>
          <p:nvPr/>
        </p:nvSpPr>
        <p:spPr>
          <a:xfrm>
            <a:off x="1053200" y="2528432"/>
            <a:ext cx="2395800" cy="2385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The </a:t>
            </a:r>
            <a:r>
              <a:rPr b="1" lang="en" sz="1800">
                <a:solidFill>
                  <a:schemeClr val="dk2"/>
                </a:solidFill>
                <a:latin typeface="Inconsolata"/>
                <a:ea typeface="Inconsolata"/>
                <a:cs typeface="Inconsolata"/>
                <a:sym typeface="Inconsolata"/>
              </a:rPr>
              <a:t>root </a:t>
            </a:r>
            <a:r>
              <a:rPr lang="en" sz="1800">
                <a:solidFill>
                  <a:schemeClr val="dk2"/>
                </a:solidFill>
                <a:latin typeface="Roboto"/>
                <a:ea typeface="Roboto"/>
                <a:cs typeface="Roboto"/>
                <a:sym typeface="Roboto"/>
              </a:rPr>
              <a:t>partition is used for the operating system and applications.</a:t>
            </a:r>
            <a:endParaRPr sz="18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rgbClr val="082D49"/>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rgbClr val="082D49"/>
              </a:solidFill>
              <a:latin typeface="Roboto"/>
              <a:ea typeface="Roboto"/>
              <a:cs typeface="Roboto"/>
              <a:sym typeface="Roboto"/>
            </a:endParaRPr>
          </a:p>
        </p:txBody>
      </p:sp>
      <p:sp>
        <p:nvSpPr>
          <p:cNvPr id="1372" name="Google Shape;1372;p179"/>
          <p:cNvSpPr txBox="1"/>
          <p:nvPr/>
        </p:nvSpPr>
        <p:spPr>
          <a:xfrm>
            <a:off x="5323510" y="2527944"/>
            <a:ext cx="2307300" cy="2385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sz="1800">
                <a:solidFill>
                  <a:srgbClr val="082D49"/>
                </a:solidFill>
                <a:latin typeface="Roboto"/>
                <a:ea typeface="Roboto"/>
                <a:cs typeface="Roboto"/>
                <a:sym typeface="Roboto"/>
              </a:rPr>
              <a:t>The </a:t>
            </a:r>
            <a:r>
              <a:rPr b="1" lang="en" sz="1800">
                <a:solidFill>
                  <a:srgbClr val="082D49"/>
                </a:solidFill>
                <a:latin typeface="Inconsolata"/>
                <a:ea typeface="Inconsolata"/>
                <a:cs typeface="Inconsolata"/>
                <a:sym typeface="Inconsolata"/>
              </a:rPr>
              <a:t>var </a:t>
            </a:r>
            <a:r>
              <a:rPr lang="en" sz="1800">
                <a:solidFill>
                  <a:srgbClr val="082D49"/>
                </a:solidFill>
                <a:latin typeface="Roboto"/>
                <a:ea typeface="Roboto"/>
                <a:cs typeface="Roboto"/>
                <a:sym typeface="Roboto"/>
              </a:rPr>
              <a:t>partition is used for user data.</a:t>
            </a:r>
            <a:endParaRPr sz="1800">
              <a:solidFill>
                <a:srgbClr val="082D49"/>
              </a:solidFill>
              <a:latin typeface="Roboto"/>
              <a:ea typeface="Roboto"/>
              <a:cs typeface="Roboto"/>
              <a:sym typeface="Roboto"/>
            </a:endParaRPr>
          </a:p>
        </p:txBody>
      </p:sp>
      <p:cxnSp>
        <p:nvCxnSpPr>
          <p:cNvPr id="1373" name="Google Shape;1373;p179"/>
          <p:cNvCxnSpPr>
            <a:stCxn id="1374" idx="1"/>
            <a:endCxn id="1367" idx="0"/>
          </p:cNvCxnSpPr>
          <p:nvPr/>
        </p:nvCxnSpPr>
        <p:spPr>
          <a:xfrm flipH="1">
            <a:off x="2211500" y="1479229"/>
            <a:ext cx="1881300" cy="431100"/>
          </a:xfrm>
          <a:prstGeom prst="bentConnector2">
            <a:avLst/>
          </a:prstGeom>
          <a:noFill/>
          <a:ln cap="flat" cmpd="sng" w="9525">
            <a:solidFill>
              <a:schemeClr val="dk2"/>
            </a:solidFill>
            <a:prstDash val="solid"/>
            <a:round/>
            <a:headEnd len="med" w="med" type="none"/>
            <a:tailEnd len="med" w="med" type="oval"/>
          </a:ln>
        </p:spPr>
      </p:cxnSp>
      <p:cxnSp>
        <p:nvCxnSpPr>
          <p:cNvPr id="1375" name="Google Shape;1375;p179"/>
          <p:cNvCxnSpPr>
            <a:stCxn id="1374" idx="3"/>
            <a:endCxn id="1370" idx="0"/>
          </p:cNvCxnSpPr>
          <p:nvPr/>
        </p:nvCxnSpPr>
        <p:spPr>
          <a:xfrm>
            <a:off x="4572000" y="1479229"/>
            <a:ext cx="1906200" cy="430800"/>
          </a:xfrm>
          <a:prstGeom prst="bentConnector2">
            <a:avLst/>
          </a:prstGeom>
          <a:noFill/>
          <a:ln cap="flat" cmpd="sng" w="9525">
            <a:solidFill>
              <a:schemeClr val="dk2"/>
            </a:solidFill>
            <a:prstDash val="solid"/>
            <a:round/>
            <a:headEnd len="med" w="med" type="none"/>
            <a:tailEnd len="med" w="med" type="oval"/>
          </a:ln>
        </p:spPr>
      </p:cxnSp>
      <p:pic>
        <p:nvPicPr>
          <p:cNvPr id="1374" name="Google Shape;1374;p179"/>
          <p:cNvPicPr preferRelativeResize="0"/>
          <p:nvPr/>
        </p:nvPicPr>
        <p:blipFill>
          <a:blip r:embed="rId3">
            <a:alphaModFix/>
          </a:blip>
          <a:stretch>
            <a:fillRect/>
          </a:stretch>
        </p:blipFill>
        <p:spPr>
          <a:xfrm>
            <a:off x="4092800" y="1031400"/>
            <a:ext cx="479200" cy="89565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pic>
        <p:nvPicPr>
          <p:cNvPr id="1380" name="Google Shape;1380;p180"/>
          <p:cNvPicPr preferRelativeResize="0"/>
          <p:nvPr/>
        </p:nvPicPr>
        <p:blipFill rotWithShape="1">
          <a:blip r:embed="rId3">
            <a:alphaModFix/>
          </a:blip>
          <a:srcRect b="0" l="317" r="317" t="0"/>
          <a:stretch/>
        </p:blipFill>
        <p:spPr>
          <a:xfrm>
            <a:off x="-12300" y="0"/>
            <a:ext cx="9156301" cy="5143500"/>
          </a:xfrm>
          <a:prstGeom prst="rect">
            <a:avLst/>
          </a:prstGeom>
          <a:noFill/>
          <a:ln>
            <a:noFill/>
          </a:ln>
        </p:spPr>
      </p:pic>
      <p:sp>
        <p:nvSpPr>
          <p:cNvPr id="1381" name="Google Shape;1381;p180"/>
          <p:cNvSpPr txBox="1"/>
          <p:nvPr>
            <p:ph idx="1" type="subTitle"/>
          </p:nvPr>
        </p:nvSpPr>
        <p:spPr>
          <a:xfrm>
            <a:off x="0" y="471975"/>
            <a:ext cx="4884000" cy="1224900"/>
          </a:xfrm>
          <a:prstGeom prst="rect">
            <a:avLst/>
          </a:prstGeom>
        </p:spPr>
        <p:txBody>
          <a:bodyPr anchorCtr="0" anchor="t" bIns="91425" lIns="640075" spcFirstLastPara="1" rIns="91425" wrap="square" tIns="91425">
            <a:noAutofit/>
          </a:bodyPr>
          <a:lstStyle/>
          <a:p>
            <a:pPr indent="0" lvl="0" marL="0" rtl="0" algn="l">
              <a:spcBef>
                <a:spcPts val="0"/>
              </a:spcBef>
              <a:spcAft>
                <a:spcPts val="0"/>
              </a:spcAft>
              <a:buNone/>
            </a:pPr>
            <a:r>
              <a:rPr lang="en" sz="2800">
                <a:solidFill>
                  <a:schemeClr val="dk2"/>
                </a:solidFill>
              </a:rPr>
              <a:t>Data is first imaged using a </a:t>
            </a:r>
            <a:r>
              <a:rPr b="1" lang="en" sz="2800">
                <a:solidFill>
                  <a:schemeClr val="dk2"/>
                </a:solidFill>
              </a:rPr>
              <a:t>bit-level copy</a:t>
            </a:r>
            <a:r>
              <a:rPr lang="en" sz="2800">
                <a:solidFill>
                  <a:schemeClr val="dk2"/>
                </a:solidFill>
              </a:rPr>
              <a:t>.</a:t>
            </a:r>
            <a:endParaRPr sz="2800">
              <a:solidFill>
                <a:schemeClr val="dk2"/>
              </a:solidFill>
            </a:endParaRPr>
          </a:p>
        </p:txBody>
      </p:sp>
      <p:sp>
        <p:nvSpPr>
          <p:cNvPr id="1382" name="Google Shape;1382;p180"/>
          <p:cNvSpPr txBox="1"/>
          <p:nvPr>
            <p:ph idx="3" type="body"/>
          </p:nvPr>
        </p:nvSpPr>
        <p:spPr>
          <a:xfrm>
            <a:off x="5906100" y="1284250"/>
            <a:ext cx="1866000" cy="2938200"/>
          </a:xfrm>
          <a:prstGeom prst="rect">
            <a:avLst/>
          </a:prstGeom>
        </p:spPr>
        <p:txBody>
          <a:bodyPr anchorCtr="0" anchor="ctr" bIns="91425" lIns="137150" spcFirstLastPara="1" rIns="91425" wrap="square" tIns="91425">
            <a:noAutofit/>
          </a:bodyPr>
          <a:lstStyle/>
          <a:p>
            <a:pPr indent="0" lvl="0" marL="0" rtl="0" algn="l">
              <a:lnSpc>
                <a:spcPct val="115000"/>
              </a:lnSpc>
              <a:spcBef>
                <a:spcPts val="0"/>
              </a:spcBef>
              <a:spcAft>
                <a:spcPts val="0"/>
              </a:spcAft>
              <a:buNone/>
            </a:pPr>
            <a:r>
              <a:rPr lang="en" sz="1200"/>
              <a:t>In an iPhone, this will recover deleted messages as well as GPS coordinates and cell tower locations.</a:t>
            </a:r>
            <a:endParaRPr sz="1200"/>
          </a:p>
          <a:p>
            <a:pPr indent="0" lvl="0" marL="0" rtl="0" algn="l">
              <a:lnSpc>
                <a:spcPct val="115000"/>
              </a:lnSpc>
              <a:spcBef>
                <a:spcPts val="1200"/>
              </a:spcBef>
              <a:spcAft>
                <a:spcPts val="800"/>
              </a:spcAft>
              <a:buNone/>
            </a:pPr>
            <a:r>
              <a:rPr lang="en" sz="1200"/>
              <a:t>iPhones allow users to back up their data to the cloud, which can be another source of data in an investigation, especially when the device is not available.</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p181"/>
          <p:cNvSpPr txBox="1"/>
          <p:nvPr>
            <p:ph idx="1" type="body"/>
          </p:nvPr>
        </p:nvSpPr>
        <p:spPr>
          <a:xfrm>
            <a:off x="3301350" y="1377600"/>
            <a:ext cx="54225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What challenges </a:t>
            </a:r>
            <a:br>
              <a:rPr lang="en"/>
            </a:br>
            <a:r>
              <a:rPr lang="en"/>
              <a:t>does iCloud data </a:t>
            </a:r>
            <a:br>
              <a:rPr lang="en"/>
            </a:br>
            <a:r>
              <a:rPr lang="en"/>
              <a:t>present to a digital forensics investigator?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182"/>
          <p:cNvSpPr txBox="1"/>
          <p:nvPr>
            <p:ph idx="1" type="body"/>
          </p:nvPr>
        </p:nvSpPr>
        <p:spPr>
          <a:xfrm>
            <a:off x="3285400" y="1377600"/>
            <a:ext cx="54012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b="1" lang="en" sz="2300"/>
              <a:t>Answer</a:t>
            </a:r>
            <a:r>
              <a:rPr lang="en" sz="2300"/>
              <a:t> </a:t>
            </a:r>
            <a:endParaRPr sz="2300"/>
          </a:p>
          <a:p>
            <a:pPr indent="0" lvl="0" marL="0" rtl="0" algn="l">
              <a:spcBef>
                <a:spcPts val="0"/>
              </a:spcBef>
              <a:spcAft>
                <a:spcPts val="0"/>
              </a:spcAft>
              <a:buNone/>
            </a:pPr>
            <a:r>
              <a:rPr lang="en" sz="2300"/>
              <a:t>Isolating and securing evidence is challenging when data is in multiple locations. Also, Service Level Agreements (SLAs) must be recognized when dealing with other companies, in addition to other legal issues.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396" name="Shape 1396"/>
        <p:cNvGrpSpPr/>
        <p:nvPr/>
      </p:nvGrpSpPr>
      <p:grpSpPr>
        <a:xfrm>
          <a:off x="0" y="0"/>
          <a:ext cx="0" cy="0"/>
          <a:chOff x="0" y="0"/>
          <a:chExt cx="0" cy="0"/>
        </a:xfrm>
      </p:grpSpPr>
      <p:sp>
        <p:nvSpPr>
          <p:cNvPr id="1397" name="Google Shape;1397;p183"/>
          <p:cNvSpPr/>
          <p:nvPr/>
        </p:nvSpPr>
        <p:spPr>
          <a:xfrm>
            <a:off x="3393450" y="1910000"/>
            <a:ext cx="5577600" cy="2088300"/>
          </a:xfrm>
          <a:prstGeom prst="roundRect">
            <a:avLst>
              <a:gd fmla="val 818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98" name="Google Shape;1398;p183"/>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Important </a:t>
            </a:r>
            <a:r>
              <a:rPr lang="en" sz="2600"/>
              <a:t>Directories</a:t>
            </a:r>
            <a:r>
              <a:rPr lang="en" sz="2600"/>
              <a:t>, Databases, and Files</a:t>
            </a:r>
            <a:endParaRPr sz="2600"/>
          </a:p>
        </p:txBody>
      </p:sp>
      <p:sp>
        <p:nvSpPr>
          <p:cNvPr id="1399" name="Google Shape;1399;p183"/>
          <p:cNvSpPr txBox="1"/>
          <p:nvPr>
            <p:ph idx="1" type="subTitle"/>
          </p:nvPr>
        </p:nvSpPr>
        <p:spPr>
          <a:xfrm>
            <a:off x="0" y="599775"/>
            <a:ext cx="9144000" cy="3648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t>The </a:t>
            </a:r>
            <a:r>
              <a:rPr lang="en"/>
              <a:t>following</a:t>
            </a:r>
            <a:r>
              <a:rPr lang="en"/>
              <a:t> directories are worth investigating for evidence:</a:t>
            </a:r>
            <a:endParaRPr/>
          </a:p>
        </p:txBody>
      </p:sp>
      <p:sp>
        <p:nvSpPr>
          <p:cNvPr id="1400" name="Google Shape;1400;p183"/>
          <p:cNvSpPr txBox="1"/>
          <p:nvPr>
            <p:ph idx="4294967295" type="subTitle"/>
          </p:nvPr>
        </p:nvSpPr>
        <p:spPr>
          <a:xfrm>
            <a:off x="1043258" y="1402975"/>
            <a:ext cx="1852200" cy="446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latin typeface="Inconsolata SemiBold"/>
                <a:ea typeface="Inconsolata SemiBold"/>
                <a:cs typeface="Inconsolata SemiBold"/>
                <a:sym typeface="Inconsolata SemiBold"/>
              </a:rPr>
              <a:t>/mobile</a:t>
            </a:r>
            <a:endParaRPr sz="1800">
              <a:latin typeface="Inconsolata SemiBold"/>
              <a:ea typeface="Inconsolata SemiBold"/>
              <a:cs typeface="Inconsolata SemiBold"/>
              <a:sym typeface="Inconsolata SemiBold"/>
            </a:endParaRPr>
          </a:p>
        </p:txBody>
      </p:sp>
      <p:pic>
        <p:nvPicPr>
          <p:cNvPr id="1401" name="Google Shape;1401;p183"/>
          <p:cNvPicPr preferRelativeResize="0"/>
          <p:nvPr/>
        </p:nvPicPr>
        <p:blipFill rotWithShape="1">
          <a:blip r:embed="rId3">
            <a:alphaModFix/>
          </a:blip>
          <a:srcRect b="797" l="0" r="0" t="797"/>
          <a:stretch/>
        </p:blipFill>
        <p:spPr>
          <a:xfrm>
            <a:off x="492525" y="1397853"/>
            <a:ext cx="546300" cy="428016"/>
          </a:xfrm>
          <a:prstGeom prst="rect">
            <a:avLst/>
          </a:prstGeom>
          <a:noFill/>
          <a:ln>
            <a:noFill/>
          </a:ln>
        </p:spPr>
      </p:pic>
      <p:sp>
        <p:nvSpPr>
          <p:cNvPr id="1402" name="Google Shape;1402;p183"/>
          <p:cNvSpPr txBox="1"/>
          <p:nvPr>
            <p:ph idx="4294967295" type="subTitle"/>
          </p:nvPr>
        </p:nvSpPr>
        <p:spPr>
          <a:xfrm>
            <a:off x="1043258" y="2971465"/>
            <a:ext cx="1852200" cy="446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latin typeface="Inconsolata SemiBold"/>
                <a:ea typeface="Inconsolata SemiBold"/>
                <a:cs typeface="Inconsolata SemiBold"/>
                <a:sym typeface="Inconsolata SemiBold"/>
              </a:rPr>
              <a:t>/root</a:t>
            </a:r>
            <a:endParaRPr sz="1800">
              <a:latin typeface="Inconsolata SemiBold"/>
              <a:ea typeface="Inconsolata SemiBold"/>
              <a:cs typeface="Inconsolata SemiBold"/>
              <a:sym typeface="Inconsolata SemiBold"/>
            </a:endParaRPr>
          </a:p>
        </p:txBody>
      </p:sp>
      <p:sp>
        <p:nvSpPr>
          <p:cNvPr id="1403" name="Google Shape;1403;p183"/>
          <p:cNvSpPr txBox="1"/>
          <p:nvPr>
            <p:ph idx="4294967295" type="subTitle"/>
          </p:nvPr>
        </p:nvSpPr>
        <p:spPr>
          <a:xfrm>
            <a:off x="1043258" y="1925805"/>
            <a:ext cx="1852200" cy="446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latin typeface="Inconsolata SemiBold"/>
                <a:ea typeface="Inconsolata SemiBold"/>
                <a:cs typeface="Inconsolata SemiBold"/>
                <a:sym typeface="Inconsolata SemiBold"/>
              </a:rPr>
              <a:t>/Applications</a:t>
            </a:r>
            <a:endParaRPr sz="1800">
              <a:latin typeface="Inconsolata SemiBold"/>
              <a:ea typeface="Inconsolata SemiBold"/>
              <a:cs typeface="Inconsolata SemiBold"/>
              <a:sym typeface="Inconsolata SemiBold"/>
            </a:endParaRPr>
          </a:p>
        </p:txBody>
      </p:sp>
      <p:sp>
        <p:nvSpPr>
          <p:cNvPr id="1404" name="Google Shape;1404;p183"/>
          <p:cNvSpPr txBox="1"/>
          <p:nvPr>
            <p:ph idx="4294967295" type="subTitle"/>
          </p:nvPr>
        </p:nvSpPr>
        <p:spPr>
          <a:xfrm>
            <a:off x="1043258" y="3494295"/>
            <a:ext cx="1852200" cy="446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latin typeface="Inconsolata SemiBold"/>
                <a:ea typeface="Inconsolata SemiBold"/>
                <a:cs typeface="Inconsolata SemiBold"/>
                <a:sym typeface="Inconsolata SemiBold"/>
              </a:rPr>
              <a:t>/Logs</a:t>
            </a:r>
            <a:endParaRPr sz="1800">
              <a:latin typeface="Inconsolata SemiBold"/>
              <a:ea typeface="Inconsolata SemiBold"/>
              <a:cs typeface="Inconsolata SemiBold"/>
              <a:sym typeface="Inconsolata SemiBold"/>
            </a:endParaRPr>
          </a:p>
        </p:txBody>
      </p:sp>
      <p:sp>
        <p:nvSpPr>
          <p:cNvPr id="1405" name="Google Shape;1405;p183"/>
          <p:cNvSpPr txBox="1"/>
          <p:nvPr>
            <p:ph idx="4294967295" type="subTitle"/>
          </p:nvPr>
        </p:nvSpPr>
        <p:spPr>
          <a:xfrm>
            <a:off x="1043258" y="2448635"/>
            <a:ext cx="1852200" cy="446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latin typeface="Inconsolata SemiBold"/>
                <a:ea typeface="Inconsolata SemiBold"/>
                <a:cs typeface="Inconsolata SemiBold"/>
                <a:sym typeface="Inconsolata SemiBold"/>
              </a:rPr>
              <a:t>/Library</a:t>
            </a:r>
            <a:endParaRPr sz="1800">
              <a:latin typeface="Inconsolata SemiBold"/>
              <a:ea typeface="Inconsolata SemiBold"/>
              <a:cs typeface="Inconsolata SemiBold"/>
              <a:sym typeface="Inconsolata SemiBold"/>
            </a:endParaRPr>
          </a:p>
        </p:txBody>
      </p:sp>
      <p:sp>
        <p:nvSpPr>
          <p:cNvPr id="1406" name="Google Shape;1406;p183"/>
          <p:cNvSpPr txBox="1"/>
          <p:nvPr>
            <p:ph idx="4294967295" type="subTitle"/>
          </p:nvPr>
        </p:nvSpPr>
        <p:spPr>
          <a:xfrm>
            <a:off x="1043258" y="4017125"/>
            <a:ext cx="1852200" cy="446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latin typeface="Inconsolata SemiBold"/>
                <a:ea typeface="Inconsolata SemiBold"/>
                <a:cs typeface="Inconsolata SemiBold"/>
                <a:sym typeface="Inconsolata SemiBold"/>
              </a:rPr>
              <a:t>/logs</a:t>
            </a:r>
            <a:endParaRPr sz="1800">
              <a:latin typeface="Inconsolata SemiBold"/>
              <a:ea typeface="Inconsolata SemiBold"/>
              <a:cs typeface="Inconsolata SemiBold"/>
              <a:sym typeface="Inconsolata SemiBold"/>
            </a:endParaRPr>
          </a:p>
        </p:txBody>
      </p:sp>
      <p:sp>
        <p:nvSpPr>
          <p:cNvPr id="1407" name="Google Shape;1407;p183"/>
          <p:cNvSpPr/>
          <p:nvPr/>
        </p:nvSpPr>
        <p:spPr>
          <a:xfrm>
            <a:off x="4634450" y="2177162"/>
            <a:ext cx="3957300" cy="586500"/>
          </a:xfrm>
          <a:prstGeom prst="roundRect">
            <a:avLst>
              <a:gd fmla="val 751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2"/>
                </a:solidFill>
                <a:latin typeface="Roboto"/>
                <a:ea typeface="Roboto"/>
                <a:cs typeface="Roboto"/>
                <a:sym typeface="Roboto"/>
              </a:rPr>
              <a:t>Since iPhone’s iOS is based on Unix,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the directory structure should be familiar.</a:t>
            </a:r>
            <a:endParaRPr sz="1600">
              <a:solidFill>
                <a:schemeClr val="dk2"/>
              </a:solidFill>
              <a:latin typeface="Roboto"/>
              <a:ea typeface="Roboto"/>
              <a:cs typeface="Roboto"/>
              <a:sym typeface="Roboto"/>
            </a:endParaRPr>
          </a:p>
        </p:txBody>
      </p:sp>
      <p:pic>
        <p:nvPicPr>
          <p:cNvPr id="1408" name="Google Shape;1408;p183"/>
          <p:cNvPicPr preferRelativeResize="0"/>
          <p:nvPr/>
        </p:nvPicPr>
        <p:blipFill rotWithShape="1">
          <a:blip r:embed="rId3">
            <a:alphaModFix/>
          </a:blip>
          <a:srcRect b="797" l="0" r="0" t="797"/>
          <a:stretch/>
        </p:blipFill>
        <p:spPr>
          <a:xfrm>
            <a:off x="492525" y="1919658"/>
            <a:ext cx="546300" cy="428016"/>
          </a:xfrm>
          <a:prstGeom prst="rect">
            <a:avLst/>
          </a:prstGeom>
          <a:noFill/>
          <a:ln>
            <a:noFill/>
          </a:ln>
        </p:spPr>
      </p:pic>
      <p:pic>
        <p:nvPicPr>
          <p:cNvPr id="1409" name="Google Shape;1409;p183"/>
          <p:cNvPicPr preferRelativeResize="0"/>
          <p:nvPr/>
        </p:nvPicPr>
        <p:blipFill rotWithShape="1">
          <a:blip r:embed="rId3">
            <a:alphaModFix/>
          </a:blip>
          <a:srcRect b="797" l="0" r="0" t="797"/>
          <a:stretch/>
        </p:blipFill>
        <p:spPr>
          <a:xfrm>
            <a:off x="492525" y="2441463"/>
            <a:ext cx="546300" cy="428016"/>
          </a:xfrm>
          <a:prstGeom prst="rect">
            <a:avLst/>
          </a:prstGeom>
          <a:noFill/>
          <a:ln>
            <a:noFill/>
          </a:ln>
        </p:spPr>
      </p:pic>
      <p:pic>
        <p:nvPicPr>
          <p:cNvPr id="1410" name="Google Shape;1410;p183"/>
          <p:cNvPicPr preferRelativeResize="0"/>
          <p:nvPr/>
        </p:nvPicPr>
        <p:blipFill rotWithShape="1">
          <a:blip r:embed="rId3">
            <a:alphaModFix/>
          </a:blip>
          <a:srcRect b="797" l="0" r="0" t="797"/>
          <a:stretch/>
        </p:blipFill>
        <p:spPr>
          <a:xfrm>
            <a:off x="492525" y="2963269"/>
            <a:ext cx="546300" cy="428016"/>
          </a:xfrm>
          <a:prstGeom prst="rect">
            <a:avLst/>
          </a:prstGeom>
          <a:noFill/>
          <a:ln>
            <a:noFill/>
          </a:ln>
        </p:spPr>
      </p:pic>
      <p:pic>
        <p:nvPicPr>
          <p:cNvPr id="1411" name="Google Shape;1411;p183"/>
          <p:cNvPicPr preferRelativeResize="0"/>
          <p:nvPr/>
        </p:nvPicPr>
        <p:blipFill rotWithShape="1">
          <a:blip r:embed="rId3">
            <a:alphaModFix/>
          </a:blip>
          <a:srcRect b="797" l="0" r="0" t="797"/>
          <a:stretch/>
        </p:blipFill>
        <p:spPr>
          <a:xfrm>
            <a:off x="492525" y="3485074"/>
            <a:ext cx="546300" cy="428016"/>
          </a:xfrm>
          <a:prstGeom prst="rect">
            <a:avLst/>
          </a:prstGeom>
          <a:noFill/>
          <a:ln>
            <a:noFill/>
          </a:ln>
        </p:spPr>
      </p:pic>
      <p:pic>
        <p:nvPicPr>
          <p:cNvPr id="1412" name="Google Shape;1412;p183"/>
          <p:cNvPicPr preferRelativeResize="0"/>
          <p:nvPr/>
        </p:nvPicPr>
        <p:blipFill rotWithShape="1">
          <a:blip r:embed="rId3">
            <a:alphaModFix/>
          </a:blip>
          <a:srcRect b="797" l="0" r="0" t="797"/>
          <a:stretch/>
        </p:blipFill>
        <p:spPr>
          <a:xfrm>
            <a:off x="492525" y="4006880"/>
            <a:ext cx="546300" cy="428016"/>
          </a:xfrm>
          <a:prstGeom prst="rect">
            <a:avLst/>
          </a:prstGeom>
          <a:noFill/>
          <a:ln>
            <a:noFill/>
          </a:ln>
        </p:spPr>
      </p:pic>
      <p:sp>
        <p:nvSpPr>
          <p:cNvPr id="1413" name="Google Shape;1413;p183"/>
          <p:cNvSpPr/>
          <p:nvPr/>
        </p:nvSpPr>
        <p:spPr>
          <a:xfrm>
            <a:off x="4373425" y="2859137"/>
            <a:ext cx="546300" cy="713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414" name="Google Shape;1414;p183"/>
          <p:cNvPicPr preferRelativeResize="0"/>
          <p:nvPr/>
        </p:nvPicPr>
        <p:blipFill>
          <a:blip r:embed="rId4">
            <a:alphaModFix/>
          </a:blip>
          <a:stretch>
            <a:fillRect/>
          </a:stretch>
        </p:blipFill>
        <p:spPr>
          <a:xfrm>
            <a:off x="3603625" y="2669481"/>
            <a:ext cx="1030825" cy="1030825"/>
          </a:xfrm>
          <a:prstGeom prst="rect">
            <a:avLst/>
          </a:prstGeom>
          <a:noFill/>
          <a:ln>
            <a:noFill/>
          </a:ln>
        </p:spPr>
      </p:pic>
      <p:sp>
        <p:nvSpPr>
          <p:cNvPr id="1415" name="Google Shape;1415;p183"/>
          <p:cNvSpPr/>
          <p:nvPr/>
        </p:nvSpPr>
        <p:spPr>
          <a:xfrm>
            <a:off x="4623400" y="2859137"/>
            <a:ext cx="4120800" cy="713700"/>
          </a:xfrm>
          <a:prstGeom prst="roundRect">
            <a:avLst>
              <a:gd fmla="val 751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2"/>
                </a:solidFill>
                <a:latin typeface="Roboto"/>
                <a:ea typeface="Roboto"/>
                <a:cs typeface="Roboto"/>
                <a:sym typeface="Roboto"/>
              </a:rPr>
              <a:t>Most information is in a human-readable format within the Autopsy application.</a:t>
            </a:r>
            <a:endParaRPr sz="1600">
              <a:solidFill>
                <a:schemeClr val="dk2"/>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184"/>
          <p:cNvSpPr txBox="1"/>
          <p:nvPr>
            <p:ph idx="1" type="body"/>
          </p:nvPr>
        </p:nvSpPr>
        <p:spPr>
          <a:xfrm>
            <a:off x="3349200" y="1377600"/>
            <a:ext cx="53376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The iPhone stores user data in </a:t>
            </a:r>
            <a:r>
              <a:rPr b="1" lang="en"/>
              <a:t>SQL </a:t>
            </a:r>
            <a:r>
              <a:rPr lang="en"/>
              <a:t>databases and other files.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185"/>
          <p:cNvSpPr txBox="1"/>
          <p:nvPr>
            <p:ph idx="2" type="title"/>
          </p:nvPr>
        </p:nvSpPr>
        <p:spPr>
          <a:xfrm>
            <a:off x="1658625" y="1039700"/>
            <a:ext cx="60360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SQL</a:t>
            </a:r>
            <a:r>
              <a:rPr b="1" lang="en" sz="3000"/>
              <a:t> stands for Structured Query Language and is a language used to create, read, update, </a:t>
            </a:r>
            <a:br>
              <a:rPr b="1" lang="en" sz="3000"/>
            </a:br>
            <a:r>
              <a:rPr b="1" lang="en" sz="3000"/>
              <a:t>and delete (often abbreviated </a:t>
            </a:r>
            <a:br>
              <a:rPr b="1" lang="en" sz="3000"/>
            </a:br>
            <a:r>
              <a:rPr b="1" lang="en" sz="3000"/>
              <a:t>to CRUD) database files.</a:t>
            </a:r>
            <a:endParaRPr sz="3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429" name="Shape 1429"/>
        <p:cNvGrpSpPr/>
        <p:nvPr/>
      </p:nvGrpSpPr>
      <p:grpSpPr>
        <a:xfrm>
          <a:off x="0" y="0"/>
          <a:ext cx="0" cy="0"/>
          <a:chOff x="0" y="0"/>
          <a:chExt cx="0" cy="0"/>
        </a:xfrm>
      </p:grpSpPr>
      <p:sp>
        <p:nvSpPr>
          <p:cNvPr id="1430" name="Google Shape;1430;p186"/>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Important Directories, Databases, and Files</a:t>
            </a:r>
            <a:endParaRPr sz="2600"/>
          </a:p>
        </p:txBody>
      </p:sp>
      <p:graphicFrame>
        <p:nvGraphicFramePr>
          <p:cNvPr id="1431" name="Google Shape;1431;p186"/>
          <p:cNvGraphicFramePr/>
          <p:nvPr/>
        </p:nvGraphicFramePr>
        <p:xfrm>
          <a:off x="438300" y="851700"/>
          <a:ext cx="3000000" cy="3000000"/>
        </p:xfrm>
        <a:graphic>
          <a:graphicData uri="http://schemas.openxmlformats.org/drawingml/2006/table">
            <a:tbl>
              <a:tblPr>
                <a:noFill/>
                <a:tableStyleId>{F8994284-15BF-434A-AE59-F0DCAD16A148}</a:tableStyleId>
              </a:tblPr>
              <a:tblGrid>
                <a:gridCol w="3323350"/>
                <a:gridCol w="4978450"/>
              </a:tblGrid>
              <a:tr h="388350">
                <a:tc>
                  <a:txBody>
                    <a:bodyPr/>
                    <a:lstStyle/>
                    <a:p>
                      <a:pPr indent="0" lvl="0" marL="0" rtl="0" algn="l">
                        <a:spcBef>
                          <a:spcPts val="0"/>
                        </a:spcBef>
                        <a:spcAft>
                          <a:spcPts val="0"/>
                        </a:spcAft>
                        <a:buNone/>
                      </a:pPr>
                      <a:r>
                        <a:rPr lang="en" sz="1800">
                          <a:solidFill>
                            <a:schemeClr val="lt1"/>
                          </a:solidFill>
                          <a:latin typeface="Inconsolata Medium"/>
                          <a:ea typeface="Inconsolata Medium"/>
                          <a:cs typeface="Inconsolata Medium"/>
                          <a:sym typeface="Inconsolata Medium"/>
                        </a:rPr>
                        <a:t>AddressBook.sqlitedb</a:t>
                      </a:r>
                      <a:endParaRPr sz="1800">
                        <a:solidFill>
                          <a:schemeClr val="lt1"/>
                        </a:solidFill>
                        <a:latin typeface="Inconsolata Medium"/>
                        <a:ea typeface="Inconsolata Medium"/>
                        <a:cs typeface="Inconsolata Medium"/>
                        <a:sym typeface="Inconsolata Medium"/>
                      </a:endParaRPr>
                    </a:p>
                  </a:txBody>
                  <a:tcPr marT="0" marB="0" marR="91425" marL="27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Contact information and personal data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like a person’s name, email address, etc. </a:t>
                      </a:r>
                      <a:endParaRPr sz="1800">
                        <a:solidFill>
                          <a:schemeClr val="dk2"/>
                        </a:solidFill>
                        <a:latin typeface="Roboto"/>
                        <a:ea typeface="Roboto"/>
                        <a:cs typeface="Roboto"/>
                        <a:sym typeface="Roboto"/>
                      </a:endParaRPr>
                    </a:p>
                  </a:txBody>
                  <a:tcPr marT="0" marB="0" marR="91425" marL="18287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r>
              <a:tr h="388350">
                <a:tc>
                  <a:txBody>
                    <a:bodyPr/>
                    <a:lstStyle/>
                    <a:p>
                      <a:pPr indent="0" lvl="0" marL="0" rtl="0" algn="l">
                        <a:spcBef>
                          <a:spcPts val="0"/>
                        </a:spcBef>
                        <a:spcAft>
                          <a:spcPts val="0"/>
                        </a:spcAft>
                        <a:buNone/>
                      </a:pPr>
                      <a:r>
                        <a:rPr lang="en" sz="1800">
                          <a:solidFill>
                            <a:schemeClr val="lt1"/>
                          </a:solidFill>
                          <a:latin typeface="Inconsolata Medium"/>
                          <a:ea typeface="Inconsolata Medium"/>
                          <a:cs typeface="Inconsolata Medium"/>
                          <a:sym typeface="Inconsolata Medium"/>
                        </a:rPr>
                        <a:t>AddressBookImages.sqlitedb</a:t>
                      </a:r>
                      <a:endParaRPr sz="1800">
                        <a:solidFill>
                          <a:schemeClr val="lt1"/>
                        </a:solidFill>
                        <a:latin typeface="Inconsolata Medium"/>
                        <a:ea typeface="Inconsolata Medium"/>
                        <a:cs typeface="Inconsolata Medium"/>
                        <a:sym typeface="Inconsolata Medium"/>
                      </a:endParaRPr>
                    </a:p>
                  </a:txBody>
                  <a:tcPr marT="0" marB="0" marR="91425" marL="27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Images associated with saved contacts</a:t>
                      </a:r>
                      <a:endParaRPr sz="1800">
                        <a:solidFill>
                          <a:schemeClr val="dk2"/>
                        </a:solidFill>
                        <a:latin typeface="Roboto"/>
                        <a:ea typeface="Roboto"/>
                        <a:cs typeface="Roboto"/>
                        <a:sym typeface="Roboto"/>
                      </a:endParaRPr>
                    </a:p>
                  </a:txBody>
                  <a:tcPr marT="0" marB="0" marR="91425" marL="18287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388350">
                <a:tc>
                  <a:txBody>
                    <a:bodyPr/>
                    <a:lstStyle/>
                    <a:p>
                      <a:pPr indent="0" lvl="0" marL="0" rtl="0" algn="l">
                        <a:spcBef>
                          <a:spcPts val="0"/>
                        </a:spcBef>
                        <a:spcAft>
                          <a:spcPts val="0"/>
                        </a:spcAft>
                        <a:buNone/>
                      </a:pPr>
                      <a:r>
                        <a:rPr lang="en" sz="1800">
                          <a:solidFill>
                            <a:schemeClr val="lt1"/>
                          </a:solidFill>
                          <a:latin typeface="Inconsolata Medium"/>
                          <a:ea typeface="Inconsolata Medium"/>
                          <a:cs typeface="Inconsolata Medium"/>
                          <a:sym typeface="Inconsolata Medium"/>
                        </a:rPr>
                        <a:t>Calendar.sqlitedb</a:t>
                      </a:r>
                      <a:endParaRPr sz="1800">
                        <a:solidFill>
                          <a:schemeClr val="lt1"/>
                        </a:solidFill>
                        <a:latin typeface="Inconsolata Medium"/>
                        <a:ea typeface="Inconsolata Medium"/>
                        <a:cs typeface="Inconsolata Medium"/>
                        <a:sym typeface="Inconsolata Medium"/>
                      </a:endParaRPr>
                    </a:p>
                  </a:txBody>
                  <a:tcPr marT="0" marB="0" marR="91425" marL="27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Calendar details and events information</a:t>
                      </a:r>
                      <a:endParaRPr sz="1800">
                        <a:solidFill>
                          <a:schemeClr val="dk2"/>
                        </a:solidFill>
                        <a:latin typeface="Roboto"/>
                        <a:ea typeface="Roboto"/>
                        <a:cs typeface="Roboto"/>
                        <a:sym typeface="Roboto"/>
                      </a:endParaRPr>
                    </a:p>
                  </a:txBody>
                  <a:tcPr marT="0" marB="0" marR="91425" marL="18287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r>
              <a:tr h="388350">
                <a:tc>
                  <a:txBody>
                    <a:bodyPr/>
                    <a:lstStyle/>
                    <a:p>
                      <a:pPr indent="0" lvl="0" marL="0" rtl="0" algn="l">
                        <a:spcBef>
                          <a:spcPts val="0"/>
                        </a:spcBef>
                        <a:spcAft>
                          <a:spcPts val="0"/>
                        </a:spcAft>
                        <a:buNone/>
                      </a:pPr>
                      <a:r>
                        <a:rPr lang="en" sz="1800">
                          <a:solidFill>
                            <a:schemeClr val="lt1"/>
                          </a:solidFill>
                          <a:latin typeface="Inconsolata Medium"/>
                          <a:ea typeface="Inconsolata Medium"/>
                          <a:cs typeface="Inconsolata Medium"/>
                          <a:sym typeface="Inconsolata Medium"/>
                        </a:rPr>
                        <a:t>CallHistory.db</a:t>
                      </a:r>
                      <a:endParaRPr sz="1800">
                        <a:solidFill>
                          <a:schemeClr val="lt1"/>
                        </a:solidFill>
                        <a:latin typeface="Inconsolata Medium"/>
                        <a:ea typeface="Inconsolata Medium"/>
                        <a:cs typeface="Inconsolata Medium"/>
                        <a:sym typeface="Inconsolata Medium"/>
                      </a:endParaRPr>
                    </a:p>
                  </a:txBody>
                  <a:tcPr marT="0" marB="0" marR="91425" marL="27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Call logs including phone numbers and timestamps</a:t>
                      </a:r>
                      <a:endParaRPr sz="1800">
                        <a:solidFill>
                          <a:schemeClr val="dk2"/>
                        </a:solidFill>
                        <a:latin typeface="Roboto"/>
                        <a:ea typeface="Roboto"/>
                        <a:cs typeface="Roboto"/>
                        <a:sym typeface="Roboto"/>
                      </a:endParaRPr>
                    </a:p>
                  </a:txBody>
                  <a:tcPr marT="0" marB="0" marR="91425" marL="18287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388350">
                <a:tc>
                  <a:txBody>
                    <a:bodyPr/>
                    <a:lstStyle/>
                    <a:p>
                      <a:pPr indent="0" lvl="0" marL="0" rtl="0" algn="l">
                        <a:spcBef>
                          <a:spcPts val="0"/>
                        </a:spcBef>
                        <a:spcAft>
                          <a:spcPts val="0"/>
                        </a:spcAft>
                        <a:buNone/>
                      </a:pPr>
                      <a:r>
                        <a:rPr lang="en" sz="1800">
                          <a:solidFill>
                            <a:schemeClr val="lt1"/>
                          </a:solidFill>
                          <a:latin typeface="Inconsolata Medium"/>
                          <a:ea typeface="Inconsolata Medium"/>
                          <a:cs typeface="Inconsolata Medium"/>
                          <a:sym typeface="Inconsolata Medium"/>
                        </a:rPr>
                        <a:t>sms.db</a:t>
                      </a:r>
                      <a:endParaRPr sz="1800">
                        <a:solidFill>
                          <a:schemeClr val="lt1"/>
                        </a:solidFill>
                        <a:latin typeface="Inconsolata Medium"/>
                        <a:ea typeface="Inconsolata Medium"/>
                        <a:cs typeface="Inconsolata Medium"/>
                        <a:sym typeface="Inconsolata Medium"/>
                      </a:endParaRPr>
                    </a:p>
                  </a:txBody>
                  <a:tcPr marT="0" marB="0" marR="91425" marL="27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Text and multimedia messages along with timestamps</a:t>
                      </a:r>
                      <a:endParaRPr sz="1800">
                        <a:solidFill>
                          <a:schemeClr val="dk2"/>
                        </a:solidFill>
                        <a:latin typeface="Roboto"/>
                        <a:ea typeface="Roboto"/>
                        <a:cs typeface="Roboto"/>
                        <a:sym typeface="Roboto"/>
                      </a:endParaRPr>
                    </a:p>
                  </a:txBody>
                  <a:tcPr marT="0" marB="0" marR="91425" marL="18287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r>
              <a:tr h="388350">
                <a:tc>
                  <a:txBody>
                    <a:bodyPr/>
                    <a:lstStyle/>
                    <a:p>
                      <a:pPr indent="0" lvl="0" marL="0" rtl="0" algn="l">
                        <a:spcBef>
                          <a:spcPts val="0"/>
                        </a:spcBef>
                        <a:spcAft>
                          <a:spcPts val="0"/>
                        </a:spcAft>
                        <a:buNone/>
                      </a:pPr>
                      <a:r>
                        <a:rPr lang="en" sz="1800">
                          <a:solidFill>
                            <a:schemeClr val="lt1"/>
                          </a:solidFill>
                          <a:latin typeface="Inconsolata Medium"/>
                          <a:ea typeface="Inconsolata Medium"/>
                          <a:cs typeface="Inconsolata Medium"/>
                          <a:sym typeface="Inconsolata Medium"/>
                        </a:rPr>
                        <a:t>voicemail.db</a:t>
                      </a:r>
                      <a:endParaRPr sz="1800">
                        <a:solidFill>
                          <a:schemeClr val="lt1"/>
                        </a:solidFill>
                        <a:latin typeface="Inconsolata Medium"/>
                        <a:ea typeface="Inconsolata Medium"/>
                        <a:cs typeface="Inconsolata Medium"/>
                        <a:sym typeface="Inconsolata Medium"/>
                      </a:endParaRPr>
                    </a:p>
                  </a:txBody>
                  <a:tcPr marT="0" marB="0" marR="91425" marL="27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Voicemail messages</a:t>
                      </a:r>
                      <a:endParaRPr sz="1800">
                        <a:solidFill>
                          <a:schemeClr val="dk2"/>
                        </a:solidFill>
                        <a:latin typeface="Roboto"/>
                        <a:ea typeface="Roboto"/>
                        <a:cs typeface="Roboto"/>
                        <a:sym typeface="Roboto"/>
                      </a:endParaRPr>
                    </a:p>
                  </a:txBody>
                  <a:tcPr marT="0" marB="0" marR="91425" marL="18287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388350">
                <a:tc>
                  <a:txBody>
                    <a:bodyPr/>
                    <a:lstStyle/>
                    <a:p>
                      <a:pPr indent="0" lvl="0" marL="0" rtl="0" algn="l">
                        <a:spcBef>
                          <a:spcPts val="0"/>
                        </a:spcBef>
                        <a:spcAft>
                          <a:spcPts val="0"/>
                        </a:spcAft>
                        <a:buNone/>
                      </a:pPr>
                      <a:r>
                        <a:rPr lang="en" sz="1800">
                          <a:solidFill>
                            <a:schemeClr val="lt1"/>
                          </a:solidFill>
                          <a:latin typeface="Inconsolata Medium"/>
                          <a:ea typeface="Inconsolata Medium"/>
                          <a:cs typeface="Inconsolata Medium"/>
                          <a:sym typeface="Inconsolata Medium"/>
                        </a:rPr>
                        <a:t>Safari/Bookmarks</a:t>
                      </a:r>
                      <a:endParaRPr sz="1800">
                        <a:solidFill>
                          <a:schemeClr val="lt1"/>
                        </a:solidFill>
                        <a:latin typeface="Inconsolata Medium"/>
                        <a:ea typeface="Inconsolata Medium"/>
                        <a:cs typeface="Inconsolata Medium"/>
                        <a:sym typeface="Inconsolata Medium"/>
                      </a:endParaRPr>
                    </a:p>
                  </a:txBody>
                  <a:tcPr marT="0" marB="0" marR="91425" marL="27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Saved URL addresses</a:t>
                      </a:r>
                      <a:endParaRPr sz="1800">
                        <a:solidFill>
                          <a:schemeClr val="dk2"/>
                        </a:solidFill>
                        <a:latin typeface="Roboto"/>
                        <a:ea typeface="Roboto"/>
                        <a:cs typeface="Roboto"/>
                        <a:sym typeface="Roboto"/>
                      </a:endParaRPr>
                    </a:p>
                  </a:txBody>
                  <a:tcPr marT="0" marB="0" marR="91425" marL="18287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r>
              <a:tr h="388350">
                <a:tc>
                  <a:txBody>
                    <a:bodyPr/>
                    <a:lstStyle/>
                    <a:p>
                      <a:pPr indent="0" lvl="0" marL="0" rtl="0" algn="l">
                        <a:spcBef>
                          <a:spcPts val="0"/>
                        </a:spcBef>
                        <a:spcAft>
                          <a:spcPts val="0"/>
                        </a:spcAft>
                        <a:buNone/>
                      </a:pPr>
                      <a:r>
                        <a:rPr lang="en" sz="1800">
                          <a:solidFill>
                            <a:schemeClr val="lt1"/>
                          </a:solidFill>
                          <a:latin typeface="Inconsolata Medium"/>
                          <a:ea typeface="Inconsolata Medium"/>
                          <a:cs typeface="Inconsolata Medium"/>
                          <a:sym typeface="Inconsolata Medium"/>
                        </a:rPr>
                        <a:t>locationd</a:t>
                      </a:r>
                      <a:endParaRPr sz="1800">
                        <a:solidFill>
                          <a:schemeClr val="lt1"/>
                        </a:solidFill>
                        <a:latin typeface="Inconsolata Medium"/>
                        <a:ea typeface="Inconsolata Medium"/>
                        <a:cs typeface="Inconsolata Medium"/>
                        <a:sym typeface="Inconsolata Medium"/>
                      </a:endParaRPr>
                    </a:p>
                  </a:txBody>
                  <a:tcPr marT="0" marB="0" marR="91425" marL="27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Google coordinates of locations</a:t>
                      </a:r>
                      <a:endParaRPr sz="1800">
                        <a:solidFill>
                          <a:schemeClr val="dk2"/>
                        </a:solidFill>
                        <a:latin typeface="Roboto"/>
                        <a:ea typeface="Roboto"/>
                        <a:cs typeface="Roboto"/>
                        <a:sym typeface="Roboto"/>
                      </a:endParaRPr>
                    </a:p>
                  </a:txBody>
                  <a:tcPr marT="0" marB="0" marR="91425" marL="18287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5" name="Shape 1435"/>
        <p:cNvGrpSpPr/>
        <p:nvPr/>
      </p:nvGrpSpPr>
      <p:grpSpPr>
        <a:xfrm>
          <a:off x="0" y="0"/>
          <a:ext cx="0" cy="0"/>
          <a:chOff x="0" y="0"/>
          <a:chExt cx="0" cy="0"/>
        </a:xfrm>
      </p:grpSpPr>
      <p:sp>
        <p:nvSpPr>
          <p:cNvPr id="1436" name="Google Shape;1436;p187"/>
          <p:cNvSpPr txBox="1"/>
          <p:nvPr>
            <p:ph idx="1" type="body"/>
          </p:nvPr>
        </p:nvSpPr>
        <p:spPr>
          <a:xfrm>
            <a:off x="3657600" y="1054550"/>
            <a:ext cx="5025600" cy="34533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a:latin typeface="Inconsolata"/>
                <a:ea typeface="Inconsolata"/>
                <a:cs typeface="Inconsolata"/>
                <a:sym typeface="Inconsolata"/>
              </a:rPr>
              <a:t>activation_record.plist</a:t>
            </a:r>
            <a:endParaRPr b="1">
              <a:latin typeface="Inconsolata"/>
              <a:ea typeface="Inconsolata"/>
              <a:cs typeface="Inconsolata"/>
              <a:sym typeface="Inconsolata"/>
            </a:endParaRPr>
          </a:p>
          <a:p>
            <a:pPr indent="0" lvl="0" marL="0" rtl="0" algn="l">
              <a:spcBef>
                <a:spcPts val="0"/>
              </a:spcBef>
              <a:spcAft>
                <a:spcPts val="0"/>
              </a:spcAft>
              <a:buNone/>
            </a:pPr>
            <a:r>
              <a:rPr lang="en"/>
              <a:t>Contains phone model information including ICCID, IMEI, and serial number.</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Inconsolata"/>
                <a:ea typeface="Inconsolata"/>
                <a:cs typeface="Inconsolata"/>
                <a:sym typeface="Inconsolata"/>
              </a:rPr>
              <a:t>data_ark.plist </a:t>
            </a:r>
            <a:endParaRPr b="1">
              <a:latin typeface="Inconsolata"/>
              <a:ea typeface="Inconsolata"/>
              <a:cs typeface="Inconsolata"/>
              <a:sym typeface="Inconsolata"/>
            </a:endParaRPr>
          </a:p>
          <a:p>
            <a:pPr indent="0" lvl="0" marL="0" rtl="0" algn="l">
              <a:spcBef>
                <a:spcPts val="0"/>
              </a:spcBef>
              <a:spcAft>
                <a:spcPts val="0"/>
              </a:spcAft>
              <a:buNone/>
            </a:pPr>
            <a:r>
              <a:rPr lang="en"/>
              <a:t>File associated with backup and restore. Contains an assortment of information </a:t>
            </a:r>
            <a:br>
              <a:rPr lang="en"/>
            </a:br>
            <a:r>
              <a:rPr lang="en"/>
              <a:t>including host name and OS version.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37" name="Google Shape;1437;p187"/>
          <p:cNvSpPr txBox="1"/>
          <p:nvPr>
            <p:ph type="title"/>
          </p:nvPr>
        </p:nvSpPr>
        <p:spPr>
          <a:xfrm>
            <a:off x="3317300" y="146300"/>
            <a:ext cx="56220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200"/>
              <a:t>Important Directories, Databases, and Files</a:t>
            </a:r>
            <a:endParaRPr sz="22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38" name="Google Shape;1438;p187"/>
          <p:cNvSpPr txBox="1"/>
          <p:nvPr>
            <p:ph idx="3" type="subTitle"/>
          </p:nvPr>
        </p:nvSpPr>
        <p:spPr>
          <a:xfrm>
            <a:off x="3349200" y="624850"/>
            <a:ext cx="55581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iPhone also has data stored in property lists (</a:t>
            </a:r>
            <a:r>
              <a:rPr b="1" lang="en">
                <a:latin typeface="Inconsolata"/>
                <a:ea typeface="Inconsolata"/>
                <a:cs typeface="Inconsolata"/>
                <a:sym typeface="Inconsolata"/>
              </a:rPr>
              <a:t>plists</a:t>
            </a:r>
            <a:r>
              <a:rPr lang="en"/>
              <a:t>).</a:t>
            </a:r>
            <a:endParaRPr/>
          </a:p>
        </p:txBody>
      </p:sp>
      <p:pic>
        <p:nvPicPr>
          <p:cNvPr id="1439" name="Google Shape;1439;p187"/>
          <p:cNvPicPr preferRelativeResize="0"/>
          <p:nvPr/>
        </p:nvPicPr>
        <p:blipFill rotWithShape="1">
          <a:blip r:embed="rId3">
            <a:alphaModFix/>
          </a:blip>
          <a:srcRect b="0" l="0" r="0" t="4388"/>
          <a:stretch/>
        </p:blipFill>
        <p:spPr>
          <a:xfrm>
            <a:off x="0" y="0"/>
            <a:ext cx="3220500" cy="51435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443" name="Shape 1443"/>
        <p:cNvGrpSpPr/>
        <p:nvPr/>
      </p:nvGrpSpPr>
      <p:grpSpPr>
        <a:xfrm>
          <a:off x="0" y="0"/>
          <a:ext cx="0" cy="0"/>
          <a:chOff x="0" y="0"/>
          <a:chExt cx="0" cy="0"/>
        </a:xfrm>
      </p:grpSpPr>
      <p:pic>
        <p:nvPicPr>
          <p:cNvPr id="1444" name="Google Shape;1444;p188"/>
          <p:cNvPicPr preferRelativeResize="0"/>
          <p:nvPr/>
        </p:nvPicPr>
        <p:blipFill>
          <a:blip r:embed="rId3">
            <a:alphaModFix/>
          </a:blip>
          <a:stretch>
            <a:fillRect/>
          </a:stretch>
        </p:blipFill>
        <p:spPr>
          <a:xfrm>
            <a:off x="82000" y="1720375"/>
            <a:ext cx="8727025" cy="3417525"/>
          </a:xfrm>
          <a:prstGeom prst="rect">
            <a:avLst/>
          </a:prstGeom>
          <a:noFill/>
          <a:ln>
            <a:noFill/>
          </a:ln>
        </p:spPr>
      </p:pic>
      <p:sp>
        <p:nvSpPr>
          <p:cNvPr id="1445" name="Google Shape;1445;p188"/>
          <p:cNvSpPr txBox="1"/>
          <p:nvPr>
            <p:ph idx="1" type="body"/>
          </p:nvPr>
        </p:nvSpPr>
        <p:spPr>
          <a:xfrm>
            <a:off x="311700" y="1044400"/>
            <a:ext cx="4425000" cy="3111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In this demonstration, we will go through various ways to obtain evidence. </a:t>
            </a:r>
            <a:endParaRPr/>
          </a:p>
          <a:p>
            <a:pPr indent="0" lvl="0" marL="457200" rtl="0" algn="l">
              <a:spcBef>
                <a:spcPts val="1000"/>
              </a:spcBef>
              <a:spcAft>
                <a:spcPts val="1000"/>
              </a:spcAft>
              <a:buNone/>
            </a:pPr>
            <a:r>
              <a:t/>
            </a:r>
            <a:endParaRPr/>
          </a:p>
        </p:txBody>
      </p:sp>
      <p:cxnSp>
        <p:nvCxnSpPr>
          <p:cNvPr id="1446" name="Google Shape;1446;p188"/>
          <p:cNvCxnSpPr/>
          <p:nvPr/>
        </p:nvCxnSpPr>
        <p:spPr>
          <a:xfrm>
            <a:off x="-9375" y="853700"/>
            <a:ext cx="7346700" cy="0"/>
          </a:xfrm>
          <a:prstGeom prst="straightConnector1">
            <a:avLst/>
          </a:prstGeom>
          <a:noFill/>
          <a:ln cap="flat" cmpd="sng" w="19050">
            <a:solidFill>
              <a:schemeClr val="dk2"/>
            </a:solidFill>
            <a:prstDash val="solid"/>
            <a:round/>
            <a:headEnd len="med" w="med" type="none"/>
            <a:tailEnd len="med" w="med" type="oval"/>
          </a:ln>
        </p:spPr>
      </p:cxnSp>
      <p:sp>
        <p:nvSpPr>
          <p:cNvPr id="1447" name="Google Shape;1447;p188"/>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Demonstration</a:t>
            </a:r>
            <a:r>
              <a:rPr lang="en" sz="2600">
                <a:solidFill>
                  <a:schemeClr val="accent5"/>
                </a:solidFill>
                <a:latin typeface="Roboto Light"/>
                <a:ea typeface="Roboto Light"/>
                <a:cs typeface="Roboto Light"/>
                <a:sym typeface="Roboto Light"/>
              </a:rPr>
              <a:t> </a:t>
            </a:r>
            <a:r>
              <a:rPr b="1" lang="en" sz="2600">
                <a:solidFill>
                  <a:schemeClr val="accent5"/>
                </a:solidFill>
                <a:latin typeface="Roboto"/>
                <a:ea typeface="Roboto"/>
                <a:cs typeface="Roboto"/>
                <a:sym typeface="Roboto"/>
              </a:rPr>
              <a:t>Scenario</a:t>
            </a:r>
            <a:endParaRPr b="1" sz="2600">
              <a:solidFill>
                <a:schemeClr val="accent5"/>
              </a:solidFill>
              <a:latin typeface="Roboto"/>
              <a:ea typeface="Roboto"/>
              <a:cs typeface="Roboto"/>
              <a:sym typeface="Roboto"/>
            </a:endParaRPr>
          </a:p>
        </p:txBody>
      </p:sp>
      <p:sp>
        <p:nvSpPr>
          <p:cNvPr id="1448" name="Google Shape;1448;p188"/>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188"/>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1450" name="Google Shape;1450;p188"/>
          <p:cNvPicPr preferRelativeResize="0"/>
          <p:nvPr/>
        </p:nvPicPr>
        <p:blipFill>
          <a:blip r:embed="rId4">
            <a:alphaModFix/>
          </a:blip>
          <a:stretch>
            <a:fillRect/>
          </a:stretch>
        </p:blipFill>
        <p:spPr>
          <a:xfrm>
            <a:off x="222825" y="203600"/>
            <a:ext cx="399097" cy="393600"/>
          </a:xfrm>
          <a:prstGeom prst="rect">
            <a:avLst/>
          </a:prstGeom>
          <a:noFill/>
          <a:ln>
            <a:noFill/>
          </a:ln>
        </p:spPr>
      </p:pic>
      <p:sp>
        <p:nvSpPr>
          <p:cNvPr id="1451" name="Google Shape;1451;p188"/>
          <p:cNvSpPr txBox="1"/>
          <p:nvPr/>
        </p:nvSpPr>
        <p:spPr>
          <a:xfrm flipH="1" rot="-554789">
            <a:off x="1142045" y="3015524"/>
            <a:ext cx="1060480" cy="607326"/>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sz="1200">
                <a:solidFill>
                  <a:schemeClr val="dk2"/>
                </a:solidFill>
                <a:latin typeface="Roboto Medium"/>
                <a:ea typeface="Roboto Medium"/>
                <a:cs typeface="Roboto Medium"/>
                <a:sym typeface="Roboto Medium"/>
              </a:rPr>
              <a:t>Examine browsing history</a:t>
            </a:r>
            <a:endParaRPr sz="1200">
              <a:solidFill>
                <a:schemeClr val="dk2"/>
              </a:solidFill>
              <a:latin typeface="Roboto Medium"/>
              <a:ea typeface="Roboto Medium"/>
              <a:cs typeface="Roboto Medium"/>
              <a:sym typeface="Roboto Medium"/>
            </a:endParaRPr>
          </a:p>
        </p:txBody>
      </p:sp>
      <p:sp>
        <p:nvSpPr>
          <p:cNvPr id="1452" name="Google Shape;1452;p188"/>
          <p:cNvSpPr txBox="1"/>
          <p:nvPr/>
        </p:nvSpPr>
        <p:spPr>
          <a:xfrm rot="-351030">
            <a:off x="3383788" y="2539701"/>
            <a:ext cx="953567" cy="534037"/>
          </a:xfrm>
          <a:prstGeom prst="rect">
            <a:avLst/>
          </a:prstGeom>
          <a:noFill/>
          <a:ln>
            <a:noFill/>
          </a:ln>
        </p:spPr>
        <p:txBody>
          <a:bodyPr anchorCtr="0" anchor="t" bIns="91425" lIns="91425" spcFirstLastPara="1" rIns="91425" wrap="square" tIns="91425">
            <a:noAutofit/>
          </a:bodyPr>
          <a:lstStyle/>
          <a:p>
            <a:pPr indent="0" lvl="0" marL="0" rtl="0" algn="ctr">
              <a:lnSpc>
                <a:spcPct val="95000"/>
              </a:lnSpc>
              <a:spcBef>
                <a:spcPts val="0"/>
              </a:spcBef>
              <a:spcAft>
                <a:spcPts val="1200"/>
              </a:spcAft>
              <a:buNone/>
            </a:pPr>
            <a:r>
              <a:rPr lang="en" sz="1200">
                <a:solidFill>
                  <a:schemeClr val="dk2"/>
                </a:solidFill>
                <a:latin typeface="Roboto Medium"/>
                <a:ea typeface="Roboto Medium"/>
                <a:cs typeface="Roboto Medium"/>
                <a:sym typeface="Roboto Medium"/>
              </a:rPr>
              <a:t>File metadata</a:t>
            </a:r>
            <a:endParaRPr sz="1200">
              <a:solidFill>
                <a:schemeClr val="dk2"/>
              </a:solidFill>
              <a:latin typeface="Roboto Medium"/>
              <a:ea typeface="Roboto Medium"/>
              <a:cs typeface="Roboto Medium"/>
              <a:sym typeface="Roboto Medium"/>
            </a:endParaRPr>
          </a:p>
        </p:txBody>
      </p:sp>
      <p:sp>
        <p:nvSpPr>
          <p:cNvPr id="1453" name="Google Shape;1453;p188"/>
          <p:cNvSpPr txBox="1"/>
          <p:nvPr/>
        </p:nvSpPr>
        <p:spPr>
          <a:xfrm rot="-130537">
            <a:off x="5029230" y="3264812"/>
            <a:ext cx="1003623" cy="60704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sz="1200">
                <a:solidFill>
                  <a:schemeClr val="dk2"/>
                </a:solidFill>
                <a:latin typeface="Roboto Medium"/>
                <a:ea typeface="Roboto Medium"/>
                <a:cs typeface="Roboto Medium"/>
                <a:sym typeface="Roboto Medium"/>
              </a:rPr>
              <a:t>Displayable text</a:t>
            </a:r>
            <a:endParaRPr sz="1200">
              <a:solidFill>
                <a:schemeClr val="dk2"/>
              </a:solidFill>
              <a:latin typeface="Roboto Medium"/>
              <a:ea typeface="Roboto Medium"/>
              <a:cs typeface="Roboto Medium"/>
              <a:sym typeface="Roboto Medium"/>
            </a:endParaRPr>
          </a:p>
        </p:txBody>
      </p:sp>
      <p:sp>
        <p:nvSpPr>
          <p:cNvPr id="1454" name="Google Shape;1454;p188"/>
          <p:cNvSpPr txBox="1"/>
          <p:nvPr/>
        </p:nvSpPr>
        <p:spPr>
          <a:xfrm rot="327492">
            <a:off x="6857329" y="2565296"/>
            <a:ext cx="1002948" cy="673595"/>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en" sz="1200">
                <a:solidFill>
                  <a:schemeClr val="dk2"/>
                </a:solidFill>
                <a:latin typeface="Roboto Medium"/>
                <a:ea typeface="Roboto Medium"/>
                <a:cs typeface="Roboto Medium"/>
                <a:sym typeface="Roboto Medium"/>
              </a:rPr>
              <a:t>File searches</a:t>
            </a:r>
            <a:endParaRPr sz="1200">
              <a:solidFill>
                <a:schemeClr val="dk2"/>
              </a:solidFill>
              <a:latin typeface="Roboto Medium"/>
              <a:ea typeface="Roboto Medium"/>
              <a:cs typeface="Roboto Medium"/>
              <a:sym typeface="Roboto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189"/>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Evidence analysis with Autopsy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p191"/>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50 minutes</a:t>
            </a:r>
            <a:endParaRPr/>
          </a:p>
        </p:txBody>
      </p:sp>
      <p:sp>
        <p:nvSpPr>
          <p:cNvPr id="1469" name="Google Shape;1469;p191"/>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Mobile evidence analysis</a:t>
            </a:r>
            <a:endParaRPr/>
          </a:p>
        </p:txBody>
      </p:sp>
      <p:sp>
        <p:nvSpPr>
          <p:cNvPr id="1470" name="Google Shape;1470;p191"/>
          <p:cNvSpPr txBox="1"/>
          <p:nvPr>
            <p:ph idx="3" type="body"/>
          </p:nvPr>
        </p:nvSpPr>
        <p:spPr>
          <a:xfrm>
            <a:off x="914400" y="1176975"/>
            <a:ext cx="7315200" cy="2395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play the role of a digital forensics investigator.</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 are tasked with analyzing evidence and creating a spreadsheet that profiles the details of Peter’s iPhone.</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This will serve as your preliminary documentation for the remaining activities.</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471" name="Google Shape;1471;p191"/>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3" name="Shape 1483"/>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7" name="Shape 1487"/>
        <p:cNvGrpSpPr/>
        <p:nvPr/>
      </p:nvGrpSpPr>
      <p:grpSpPr>
        <a:xfrm>
          <a:off x="0" y="0"/>
          <a:ext cx="0" cy="0"/>
          <a:chOff x="0" y="0"/>
          <a:chExt cx="0" cy="0"/>
        </a:xfrm>
      </p:grpSpPr>
      <p:sp>
        <p:nvSpPr>
          <p:cNvPr id="1488" name="Google Shape;1488;p195"/>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t>Evidence </a:t>
            </a:r>
            <a:r>
              <a:rPr lang="en">
                <a:latin typeface="Roboto"/>
                <a:ea typeface="Roboto"/>
                <a:cs typeface="Roboto"/>
                <a:sym typeface="Roboto"/>
              </a:rPr>
              <a:t>Tagging</a:t>
            </a:r>
            <a:endParaRPr>
              <a:latin typeface="Roboto"/>
              <a:ea typeface="Roboto"/>
              <a:cs typeface="Roboto"/>
              <a:sym typeface="Roboto"/>
            </a:endParaRPr>
          </a:p>
        </p:txBody>
      </p:sp>
      <p:pic>
        <p:nvPicPr>
          <p:cNvPr id="1489" name="Google Shape;1489;p195"/>
          <p:cNvPicPr preferRelativeResize="0"/>
          <p:nvPr/>
        </p:nvPicPr>
        <p:blipFill>
          <a:blip r:embed="rId3">
            <a:alphaModFix/>
          </a:blip>
          <a:stretch>
            <a:fillRect/>
          </a:stretch>
        </p:blipFill>
        <p:spPr>
          <a:xfrm>
            <a:off x="3501838" y="1426025"/>
            <a:ext cx="2300774" cy="14784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sp>
        <p:nvSpPr>
          <p:cNvPr id="1494" name="Google Shape;1494;p196"/>
          <p:cNvSpPr txBox="1"/>
          <p:nvPr>
            <p:ph idx="2" type="title"/>
          </p:nvPr>
        </p:nvSpPr>
        <p:spPr>
          <a:xfrm>
            <a:off x="1658625" y="1039700"/>
            <a:ext cx="60360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Evidence tagging</a:t>
            </a:r>
            <a:r>
              <a:rPr lang="en" sz="3000">
                <a:latin typeface="Roboto"/>
                <a:ea typeface="Roboto"/>
                <a:cs typeface="Roboto"/>
                <a:sym typeface="Roboto"/>
              </a:rPr>
              <a:t> is the process of bookmarking digital evidence to keep critical details organized and easily accessible.</a:t>
            </a:r>
            <a:endParaRPr sz="30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8" name="Shape 1498"/>
        <p:cNvGrpSpPr/>
        <p:nvPr/>
      </p:nvGrpSpPr>
      <p:grpSpPr>
        <a:xfrm>
          <a:off x="0" y="0"/>
          <a:ext cx="0" cy="0"/>
          <a:chOff x="0" y="0"/>
          <a:chExt cx="0" cy="0"/>
        </a:xfrm>
      </p:grpSpPr>
      <p:sp>
        <p:nvSpPr>
          <p:cNvPr id="1499" name="Google Shape;1499;p197"/>
          <p:cNvSpPr txBox="1"/>
          <p:nvPr>
            <p:ph idx="1" type="body"/>
          </p:nvPr>
        </p:nvSpPr>
        <p:spPr>
          <a:xfrm>
            <a:off x="3309325" y="1377600"/>
            <a:ext cx="56061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3100"/>
              <a:t>We’ll be tagging evidence throughout our investigation to help categorize and organize all digital evidence pertinent to the Pure Gold Credit Union case.</a:t>
            </a:r>
            <a:endParaRPr sz="31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3" name="Shape 1503"/>
        <p:cNvGrpSpPr/>
        <p:nvPr/>
      </p:nvGrpSpPr>
      <p:grpSpPr>
        <a:xfrm>
          <a:off x="0" y="0"/>
          <a:ext cx="0" cy="0"/>
          <a:chOff x="0" y="0"/>
          <a:chExt cx="0" cy="0"/>
        </a:xfrm>
      </p:grpSpPr>
      <p:sp>
        <p:nvSpPr>
          <p:cNvPr id="1504" name="Google Shape;1504;p19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Tagging Evidence</a:t>
            </a:r>
            <a:endParaRPr/>
          </a:p>
        </p:txBody>
      </p:sp>
      <p:sp>
        <p:nvSpPr>
          <p:cNvPr id="1505" name="Google Shape;1505;p198"/>
          <p:cNvSpPr txBox="1"/>
          <p:nvPr>
            <p:ph idx="2" type="title"/>
          </p:nvPr>
        </p:nvSpPr>
        <p:spPr>
          <a:xfrm>
            <a:off x="-6000" y="515275"/>
            <a:ext cx="81510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t>Autopsy includes a built-in feature to tag evidence that contains a set of predefined tags including:</a:t>
            </a:r>
            <a:r>
              <a:rPr lang="en" sz="1800"/>
              <a:t> </a:t>
            </a:r>
            <a:endParaRPr sz="1800"/>
          </a:p>
          <a:p>
            <a:pPr indent="0" lvl="0" marL="0" rtl="0" algn="l">
              <a:spcBef>
                <a:spcPts val="0"/>
              </a:spcBef>
              <a:spcAft>
                <a:spcPts val="0"/>
              </a:spcAft>
              <a:buNone/>
            </a:pPr>
            <a:r>
              <a:t/>
            </a:r>
            <a:endParaRPr/>
          </a:p>
        </p:txBody>
      </p:sp>
      <p:sp>
        <p:nvSpPr>
          <p:cNvPr id="1506" name="Google Shape;1506;p198"/>
          <p:cNvSpPr/>
          <p:nvPr/>
        </p:nvSpPr>
        <p:spPr>
          <a:xfrm>
            <a:off x="771123" y="1605883"/>
            <a:ext cx="2195100" cy="446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507" name="Google Shape;1507;p198"/>
          <p:cNvSpPr/>
          <p:nvPr/>
        </p:nvSpPr>
        <p:spPr>
          <a:xfrm>
            <a:off x="771123" y="2209808"/>
            <a:ext cx="2195100" cy="446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508" name="Google Shape;1508;p198"/>
          <p:cNvSpPr/>
          <p:nvPr/>
        </p:nvSpPr>
        <p:spPr>
          <a:xfrm>
            <a:off x="771123" y="2813733"/>
            <a:ext cx="2195100" cy="446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509" name="Google Shape;1509;p198"/>
          <p:cNvSpPr/>
          <p:nvPr/>
        </p:nvSpPr>
        <p:spPr>
          <a:xfrm>
            <a:off x="771123" y="3417658"/>
            <a:ext cx="2195100" cy="446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510" name="Google Shape;1510;p198"/>
          <p:cNvSpPr/>
          <p:nvPr/>
        </p:nvSpPr>
        <p:spPr>
          <a:xfrm>
            <a:off x="771123" y="4021583"/>
            <a:ext cx="2195100" cy="446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511" name="Google Shape;1511;p198"/>
          <p:cNvSpPr/>
          <p:nvPr/>
        </p:nvSpPr>
        <p:spPr>
          <a:xfrm>
            <a:off x="428250" y="1593275"/>
            <a:ext cx="5043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dk2"/>
                </a:solidFill>
              </a:rPr>
              <a:t>1</a:t>
            </a:r>
            <a:endParaRPr sz="1800">
              <a:solidFill>
                <a:schemeClr val="dk2"/>
              </a:solidFill>
            </a:endParaRPr>
          </a:p>
        </p:txBody>
      </p:sp>
      <p:sp>
        <p:nvSpPr>
          <p:cNvPr id="1512" name="Google Shape;1512;p198"/>
          <p:cNvSpPr/>
          <p:nvPr/>
        </p:nvSpPr>
        <p:spPr>
          <a:xfrm>
            <a:off x="428250" y="2203500"/>
            <a:ext cx="5043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dk2"/>
                </a:solidFill>
              </a:rPr>
              <a:t>2</a:t>
            </a:r>
            <a:endParaRPr sz="1800">
              <a:solidFill>
                <a:schemeClr val="dk2"/>
              </a:solidFill>
            </a:endParaRPr>
          </a:p>
        </p:txBody>
      </p:sp>
      <p:sp>
        <p:nvSpPr>
          <p:cNvPr id="1513" name="Google Shape;1513;p198"/>
          <p:cNvSpPr/>
          <p:nvPr/>
        </p:nvSpPr>
        <p:spPr>
          <a:xfrm>
            <a:off x="428250" y="2810575"/>
            <a:ext cx="5043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dk2"/>
                </a:solidFill>
              </a:rPr>
              <a:t>3</a:t>
            </a:r>
            <a:endParaRPr sz="1800">
              <a:solidFill>
                <a:schemeClr val="dk2"/>
              </a:solidFill>
            </a:endParaRPr>
          </a:p>
        </p:txBody>
      </p:sp>
      <p:sp>
        <p:nvSpPr>
          <p:cNvPr id="1514" name="Google Shape;1514;p198"/>
          <p:cNvSpPr/>
          <p:nvPr/>
        </p:nvSpPr>
        <p:spPr>
          <a:xfrm>
            <a:off x="428250" y="3416075"/>
            <a:ext cx="5043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dk2"/>
                </a:solidFill>
              </a:rPr>
              <a:t>4</a:t>
            </a:r>
            <a:endParaRPr sz="1800">
              <a:solidFill>
                <a:schemeClr val="dk2"/>
              </a:solidFill>
            </a:endParaRPr>
          </a:p>
        </p:txBody>
      </p:sp>
      <p:sp>
        <p:nvSpPr>
          <p:cNvPr id="1515" name="Google Shape;1515;p198"/>
          <p:cNvSpPr/>
          <p:nvPr/>
        </p:nvSpPr>
        <p:spPr>
          <a:xfrm>
            <a:off x="428250" y="4021575"/>
            <a:ext cx="5043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dk2"/>
                </a:solidFill>
              </a:rPr>
              <a:t>5</a:t>
            </a:r>
            <a:endParaRPr sz="1800">
              <a:solidFill>
                <a:schemeClr val="dk2"/>
              </a:solidFill>
            </a:endParaRPr>
          </a:p>
        </p:txBody>
      </p:sp>
      <p:pic>
        <p:nvPicPr>
          <p:cNvPr id="1516" name="Google Shape;1516;p198"/>
          <p:cNvPicPr preferRelativeResize="0"/>
          <p:nvPr/>
        </p:nvPicPr>
        <p:blipFill>
          <a:blip r:embed="rId3">
            <a:alphaModFix/>
          </a:blip>
          <a:stretch>
            <a:fillRect/>
          </a:stretch>
        </p:blipFill>
        <p:spPr>
          <a:xfrm>
            <a:off x="3102159" y="1339101"/>
            <a:ext cx="5892917" cy="3395650"/>
          </a:xfrm>
          <a:prstGeom prst="rect">
            <a:avLst/>
          </a:prstGeom>
          <a:noFill/>
          <a:ln>
            <a:noFill/>
          </a:ln>
        </p:spPr>
      </p:pic>
      <p:sp>
        <p:nvSpPr>
          <p:cNvPr id="1517" name="Google Shape;1517;p198"/>
          <p:cNvSpPr txBox="1"/>
          <p:nvPr/>
        </p:nvSpPr>
        <p:spPr>
          <a:xfrm>
            <a:off x="961505" y="1654433"/>
            <a:ext cx="20049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Follow Up</a:t>
            </a:r>
            <a:endParaRPr sz="1800">
              <a:solidFill>
                <a:schemeClr val="dk2"/>
              </a:solidFill>
              <a:latin typeface="Roboto"/>
              <a:ea typeface="Roboto"/>
              <a:cs typeface="Roboto"/>
              <a:sym typeface="Roboto"/>
            </a:endParaRPr>
          </a:p>
        </p:txBody>
      </p:sp>
      <p:sp>
        <p:nvSpPr>
          <p:cNvPr id="1518" name="Google Shape;1518;p198"/>
          <p:cNvSpPr txBox="1"/>
          <p:nvPr/>
        </p:nvSpPr>
        <p:spPr>
          <a:xfrm>
            <a:off x="961505" y="2234083"/>
            <a:ext cx="20049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Notable Item</a:t>
            </a:r>
            <a:endParaRPr sz="1800">
              <a:solidFill>
                <a:schemeClr val="dk2"/>
              </a:solidFill>
              <a:latin typeface="Roboto"/>
              <a:ea typeface="Roboto"/>
              <a:cs typeface="Roboto"/>
              <a:sym typeface="Roboto"/>
            </a:endParaRPr>
          </a:p>
        </p:txBody>
      </p:sp>
      <p:sp>
        <p:nvSpPr>
          <p:cNvPr id="1519" name="Google Shape;1519;p198"/>
          <p:cNvSpPr txBox="1"/>
          <p:nvPr/>
        </p:nvSpPr>
        <p:spPr>
          <a:xfrm>
            <a:off x="961505" y="2813733"/>
            <a:ext cx="2004900" cy="4464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lang="en" sz="1800">
                <a:solidFill>
                  <a:schemeClr val="dk2"/>
                </a:solidFill>
                <a:latin typeface="Roboto"/>
                <a:ea typeface="Roboto"/>
                <a:cs typeface="Roboto"/>
                <a:sym typeface="Roboto"/>
              </a:rPr>
              <a:t>Child Exploitation</a:t>
            </a:r>
            <a:endParaRPr sz="1800">
              <a:solidFill>
                <a:schemeClr val="dk2"/>
              </a:solidFill>
              <a:latin typeface="Roboto"/>
              <a:ea typeface="Roboto"/>
              <a:cs typeface="Roboto"/>
              <a:sym typeface="Roboto"/>
            </a:endParaRPr>
          </a:p>
        </p:txBody>
      </p:sp>
      <p:sp>
        <p:nvSpPr>
          <p:cNvPr id="1520" name="Google Shape;1520;p198"/>
          <p:cNvSpPr txBox="1"/>
          <p:nvPr/>
        </p:nvSpPr>
        <p:spPr>
          <a:xfrm>
            <a:off x="961505" y="3417658"/>
            <a:ext cx="20049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Uncategorized</a:t>
            </a:r>
            <a:endParaRPr sz="1800">
              <a:solidFill>
                <a:schemeClr val="dk2"/>
              </a:solidFill>
              <a:latin typeface="Roboto"/>
              <a:ea typeface="Roboto"/>
              <a:cs typeface="Roboto"/>
              <a:sym typeface="Roboto"/>
            </a:endParaRPr>
          </a:p>
        </p:txBody>
      </p:sp>
      <p:sp>
        <p:nvSpPr>
          <p:cNvPr id="1521" name="Google Shape;1521;p198"/>
          <p:cNvSpPr txBox="1"/>
          <p:nvPr/>
        </p:nvSpPr>
        <p:spPr>
          <a:xfrm>
            <a:off x="961505" y="4021583"/>
            <a:ext cx="20049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Non-Pertinent</a:t>
            </a:r>
            <a:endParaRPr sz="1800">
              <a:solidFill>
                <a:schemeClr val="dk2"/>
              </a:solidFill>
              <a:latin typeface="Roboto"/>
              <a:ea typeface="Roboto"/>
              <a:cs typeface="Roboto"/>
              <a:sym typeface="Roboto"/>
            </a:endParaRPr>
          </a:p>
        </p:txBody>
      </p:sp>
      <p:sp>
        <p:nvSpPr>
          <p:cNvPr id="1522" name="Google Shape;1522;p198"/>
          <p:cNvSpPr txBox="1"/>
          <p:nvPr/>
        </p:nvSpPr>
        <p:spPr>
          <a:xfrm>
            <a:off x="50" y="4779475"/>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300">
                <a:solidFill>
                  <a:schemeClr val="dk1"/>
                </a:solidFill>
                <a:latin typeface="Roboto Light"/>
                <a:ea typeface="Roboto Light"/>
                <a:cs typeface="Roboto Light"/>
                <a:sym typeface="Roboto Light"/>
              </a:rPr>
              <a:t>Source: </a:t>
            </a:r>
            <a:r>
              <a:rPr lang="en" sz="1300" u="sng">
                <a:solidFill>
                  <a:schemeClr val="dk1"/>
                </a:solidFill>
                <a:latin typeface="Roboto Light"/>
                <a:ea typeface="Roboto Light"/>
                <a:cs typeface="Roboto Light"/>
                <a:sym typeface="Roboto Light"/>
                <a:hlinkClick r:id="rId4">
                  <a:extLst>
                    <a:ext uri="{A12FA001-AC4F-418D-AE19-62706E023703}">
                      <ahyp:hlinkClr val="tx"/>
                    </a:ext>
                  </a:extLst>
                </a:hlinkClick>
              </a:rPr>
              <a:t>sleuthkit.org</a:t>
            </a:r>
            <a:endParaRPr sz="1300">
              <a:solidFill>
                <a:schemeClr val="dk1"/>
              </a:solidFill>
              <a:latin typeface="Roboto Light"/>
              <a:ea typeface="Roboto Light"/>
              <a:cs typeface="Roboto Light"/>
              <a:sym typeface="Roboto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pic>
        <p:nvPicPr>
          <p:cNvPr id="1527" name="Google Shape;1527;p199"/>
          <p:cNvPicPr preferRelativeResize="0"/>
          <p:nvPr/>
        </p:nvPicPr>
        <p:blipFill rotWithShape="1">
          <a:blip r:embed="rId3">
            <a:alphaModFix/>
          </a:blip>
          <a:srcRect b="12990" l="0" r="5829" t="7556"/>
          <a:stretch/>
        </p:blipFill>
        <p:spPr>
          <a:xfrm>
            <a:off x="0" y="0"/>
            <a:ext cx="9143997" cy="5143504"/>
          </a:xfrm>
          <a:prstGeom prst="rect">
            <a:avLst/>
          </a:prstGeom>
          <a:noFill/>
          <a:ln>
            <a:noFill/>
          </a:ln>
        </p:spPr>
      </p:pic>
      <p:sp>
        <p:nvSpPr>
          <p:cNvPr id="1528" name="Google Shape;1528;p199"/>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solidFill>
                  <a:srgbClr val="FFFFFF"/>
                </a:solidFill>
              </a:rPr>
              <a:t>Creating Forensic Backups</a:t>
            </a:r>
            <a:endParaRPr sz="2600">
              <a:solidFill>
                <a:srgbClr val="FFFFFF"/>
              </a:solidFill>
            </a:endParaRPr>
          </a:p>
        </p:txBody>
      </p:sp>
      <p:sp>
        <p:nvSpPr>
          <p:cNvPr id="1529" name="Google Shape;1529;p199"/>
          <p:cNvSpPr txBox="1"/>
          <p:nvPr>
            <p:ph idx="1" type="subTitle"/>
          </p:nvPr>
        </p:nvSpPr>
        <p:spPr>
          <a:xfrm>
            <a:off x="0" y="682175"/>
            <a:ext cx="3869700" cy="945600"/>
          </a:xfrm>
          <a:prstGeom prst="rect">
            <a:avLst/>
          </a:prstGeom>
        </p:spPr>
        <p:txBody>
          <a:bodyPr anchorCtr="0" anchor="t" bIns="0" lIns="457200" spcFirstLastPara="1" rIns="457200" wrap="square" tIns="91425">
            <a:noAutofit/>
          </a:bodyPr>
          <a:lstStyle/>
          <a:p>
            <a:pPr indent="0" lvl="0" marL="0" rtl="0" algn="l">
              <a:lnSpc>
                <a:spcPct val="100000"/>
              </a:lnSpc>
              <a:spcBef>
                <a:spcPts val="0"/>
              </a:spcBef>
              <a:spcAft>
                <a:spcPts val="1000"/>
              </a:spcAft>
              <a:buClr>
                <a:schemeClr val="dk1"/>
              </a:buClr>
              <a:buSzPts val="1100"/>
              <a:buFont typeface="Arial"/>
              <a:buNone/>
            </a:pPr>
            <a:r>
              <a:rPr lang="en">
                <a:solidFill>
                  <a:srgbClr val="FFFFFF"/>
                </a:solidFill>
              </a:rPr>
              <a:t>Custom tags can also </a:t>
            </a:r>
            <a:br>
              <a:rPr lang="en">
                <a:solidFill>
                  <a:srgbClr val="FFFFFF"/>
                </a:solidFill>
              </a:rPr>
            </a:br>
            <a:r>
              <a:rPr lang="en">
                <a:solidFill>
                  <a:srgbClr val="FFFFFF"/>
                </a:solidFill>
              </a:rPr>
              <a:t>be created and added </a:t>
            </a:r>
            <a:br>
              <a:rPr lang="en">
                <a:solidFill>
                  <a:srgbClr val="FFFFFF"/>
                </a:solidFill>
              </a:rPr>
            </a:br>
            <a:r>
              <a:rPr lang="en">
                <a:solidFill>
                  <a:srgbClr val="FFFFFF"/>
                </a:solidFill>
              </a:rPr>
              <a:t>to the </a:t>
            </a:r>
            <a:r>
              <a:rPr b="1" lang="en">
                <a:solidFill>
                  <a:srgbClr val="FFFFFF"/>
                </a:solidFill>
              </a:rPr>
              <a:t>Tag</a:t>
            </a:r>
            <a:r>
              <a:rPr lang="en">
                <a:solidFill>
                  <a:srgbClr val="FFFFFF"/>
                </a:solidFill>
              </a:rPr>
              <a:t> </a:t>
            </a:r>
            <a:r>
              <a:rPr lang="en">
                <a:solidFill>
                  <a:srgbClr val="FFFFFF"/>
                </a:solidFill>
              </a:rPr>
              <a:t>database</a:t>
            </a:r>
            <a:r>
              <a:rPr lang="en">
                <a:solidFill>
                  <a:srgbClr val="FFFFFF"/>
                </a:solidFill>
              </a:rPr>
              <a:t>. </a:t>
            </a:r>
            <a:endParaRPr b="1">
              <a:solidFill>
                <a:srgbClr val="FFFF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3" name="Shape 1533"/>
        <p:cNvGrpSpPr/>
        <p:nvPr/>
      </p:nvGrpSpPr>
      <p:grpSpPr>
        <a:xfrm>
          <a:off x="0" y="0"/>
          <a:ext cx="0" cy="0"/>
          <a:chOff x="0" y="0"/>
          <a:chExt cx="0" cy="0"/>
        </a:xfrm>
      </p:grpSpPr>
      <p:sp>
        <p:nvSpPr>
          <p:cNvPr id="1534" name="Google Shape;1534;p200"/>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Evidence tagging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8" name="Shape 1538"/>
        <p:cNvGrpSpPr/>
        <p:nvPr/>
      </p:nvGrpSpPr>
      <p:grpSpPr>
        <a:xfrm>
          <a:off x="0" y="0"/>
          <a:ext cx="0" cy="0"/>
          <a:chOff x="0" y="0"/>
          <a:chExt cx="0" cy="0"/>
        </a:xfrm>
      </p:grpSpPr>
      <p:sp>
        <p:nvSpPr>
          <p:cNvPr id="1539" name="Google Shape;1539;p201"/>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15 minutes</a:t>
            </a:r>
            <a:endParaRPr/>
          </a:p>
        </p:txBody>
      </p:sp>
      <p:sp>
        <p:nvSpPr>
          <p:cNvPr id="1540" name="Google Shape;1540;p201"/>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Evidence tagging</a:t>
            </a:r>
            <a:endParaRPr/>
          </a:p>
        </p:txBody>
      </p:sp>
      <p:sp>
        <p:nvSpPr>
          <p:cNvPr id="1541" name="Google Shape;1541;p201"/>
          <p:cNvSpPr txBox="1"/>
          <p:nvPr>
            <p:ph idx="3" type="body"/>
          </p:nvPr>
        </p:nvSpPr>
        <p:spPr>
          <a:xfrm>
            <a:off x="914400" y="1176975"/>
            <a:ext cx="7315200" cy="2395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tag the major databases and files in the iPhone image file.</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 will create new tags for evidence that is relevant to the case, such as mail, address book, and SMS.</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Be sure to tag as much relevant information as possible. It will be used in later activities as you build your case.</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542" name="Google Shape;1542;p201"/>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6" name="Shape 1546"/>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0" name="Shape 1550"/>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4" name="Shape 1554"/>
        <p:cNvGrpSpPr/>
        <p:nvPr/>
      </p:nvGrpSpPr>
      <p:grpSpPr>
        <a:xfrm>
          <a:off x="0" y="0"/>
          <a:ext cx="0" cy="0"/>
          <a:chOff x="0" y="0"/>
          <a:chExt cx="0" cy="0"/>
        </a:xfrm>
      </p:grpSpPr>
      <p:sp>
        <p:nvSpPr>
          <p:cNvPr id="1555" name="Google Shape;1555;p204"/>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t>Extracting Data for</a:t>
            </a:r>
            <a:endParaRPr/>
          </a:p>
          <a:p>
            <a:pPr indent="0" lvl="0" marL="0" rtl="0" algn="ctr">
              <a:spcBef>
                <a:spcPts val="0"/>
              </a:spcBef>
              <a:spcAft>
                <a:spcPts val="0"/>
              </a:spcAft>
              <a:buNone/>
            </a:pPr>
            <a:r>
              <a:rPr lang="en">
                <a:latin typeface="Roboto"/>
                <a:ea typeface="Roboto"/>
                <a:cs typeface="Roboto"/>
                <a:sym typeface="Roboto"/>
              </a:rPr>
              <a:t>Offline Analysis</a:t>
            </a:r>
            <a:endParaRPr>
              <a:latin typeface="Roboto"/>
              <a:ea typeface="Roboto"/>
              <a:cs typeface="Roboto"/>
              <a:sym typeface="Roboto"/>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pic>
        <p:nvPicPr>
          <p:cNvPr id="1556" name="Google Shape;1556;p204"/>
          <p:cNvPicPr preferRelativeResize="0"/>
          <p:nvPr/>
        </p:nvPicPr>
        <p:blipFill rotWithShape="1">
          <a:blip r:embed="rId3">
            <a:alphaModFix/>
          </a:blip>
          <a:srcRect b="25650" l="30258" r="25651" t="23737"/>
          <a:stretch/>
        </p:blipFill>
        <p:spPr>
          <a:xfrm>
            <a:off x="4193827" y="1782275"/>
            <a:ext cx="890973" cy="80639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0" name="Shape 1560"/>
        <p:cNvGrpSpPr/>
        <p:nvPr/>
      </p:nvGrpSpPr>
      <p:grpSpPr>
        <a:xfrm>
          <a:off x="0" y="0"/>
          <a:ext cx="0" cy="0"/>
          <a:chOff x="0" y="0"/>
          <a:chExt cx="0" cy="0"/>
        </a:xfrm>
      </p:grpSpPr>
      <p:pic>
        <p:nvPicPr>
          <p:cNvPr id="1561" name="Google Shape;1561;p205"/>
          <p:cNvPicPr preferRelativeResize="0"/>
          <p:nvPr/>
        </p:nvPicPr>
        <p:blipFill rotWithShape="1">
          <a:blip r:embed="rId3">
            <a:alphaModFix/>
          </a:blip>
          <a:srcRect b="7535" l="-1501" r="3997" t="10200"/>
          <a:stretch/>
        </p:blipFill>
        <p:spPr>
          <a:xfrm>
            <a:off x="0" y="0"/>
            <a:ext cx="9144000" cy="5143500"/>
          </a:xfrm>
          <a:prstGeom prst="rect">
            <a:avLst/>
          </a:prstGeom>
          <a:noFill/>
          <a:ln>
            <a:noFill/>
          </a:ln>
        </p:spPr>
      </p:pic>
      <p:sp>
        <p:nvSpPr>
          <p:cNvPr id="1562" name="Google Shape;1562;p205"/>
          <p:cNvSpPr/>
          <p:nvPr/>
        </p:nvSpPr>
        <p:spPr>
          <a:xfrm flipH="1" rot="-5400000">
            <a:off x="998250" y="-996750"/>
            <a:ext cx="5140500" cy="7137000"/>
          </a:xfrm>
          <a:prstGeom prst="rect">
            <a:avLst/>
          </a:prstGeom>
          <a:gradFill>
            <a:gsLst>
              <a:gs pos="0">
                <a:srgbClr val="0E0E0E"/>
              </a:gs>
              <a:gs pos="5000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205"/>
          <p:cNvSpPr txBox="1"/>
          <p:nvPr>
            <p:ph idx="1" type="subTitle"/>
          </p:nvPr>
        </p:nvSpPr>
        <p:spPr>
          <a:xfrm>
            <a:off x="0" y="340650"/>
            <a:ext cx="4848600" cy="1056600"/>
          </a:xfrm>
          <a:prstGeom prst="rect">
            <a:avLst/>
          </a:prstGeom>
        </p:spPr>
        <p:txBody>
          <a:bodyPr anchorCtr="0" anchor="t" bIns="91425" lIns="457200" spcFirstLastPara="1" rIns="0" wrap="square" tIns="91425">
            <a:noAutofit/>
          </a:bodyPr>
          <a:lstStyle/>
          <a:p>
            <a:pPr indent="0" lvl="0" marL="0" rtl="0" algn="l">
              <a:spcBef>
                <a:spcPts val="0"/>
              </a:spcBef>
              <a:spcAft>
                <a:spcPts val="0"/>
              </a:spcAft>
              <a:buNone/>
            </a:pPr>
            <a:r>
              <a:rPr lang="en">
                <a:solidFill>
                  <a:srgbClr val="FFFFFF"/>
                </a:solidFill>
              </a:rPr>
              <a:t>Sometimes investigators use other applications for further offline analysis. </a:t>
            </a:r>
            <a:endParaRPr>
              <a:solidFill>
                <a:srgbClr val="FFFFFF"/>
              </a:solidFill>
            </a:endParaRPr>
          </a:p>
        </p:txBody>
      </p:sp>
      <p:sp>
        <p:nvSpPr>
          <p:cNvPr id="1564" name="Google Shape;1564;p205"/>
          <p:cNvSpPr/>
          <p:nvPr/>
        </p:nvSpPr>
        <p:spPr>
          <a:xfrm>
            <a:off x="1356949" y="1608250"/>
            <a:ext cx="4280400" cy="486300"/>
          </a:xfrm>
          <a:prstGeom prst="roundRect">
            <a:avLst>
              <a:gd fmla="val 20980"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205"/>
          <p:cNvSpPr txBox="1"/>
          <p:nvPr>
            <p:ph idx="4294967295" type="subTitle"/>
          </p:nvPr>
        </p:nvSpPr>
        <p:spPr>
          <a:xfrm>
            <a:off x="1481925" y="1608250"/>
            <a:ext cx="4330200" cy="437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600">
                <a:latin typeface="Roboto"/>
                <a:ea typeface="Roboto"/>
                <a:cs typeface="Roboto"/>
                <a:sym typeface="Roboto"/>
              </a:rPr>
              <a:t>Not all data types can be rendered in Autopsy.</a:t>
            </a:r>
            <a:endParaRPr sz="1600">
              <a:latin typeface="Roboto"/>
              <a:ea typeface="Roboto"/>
              <a:cs typeface="Roboto"/>
              <a:sym typeface="Roboto"/>
            </a:endParaRPr>
          </a:p>
        </p:txBody>
      </p:sp>
      <p:sp>
        <p:nvSpPr>
          <p:cNvPr id="1566" name="Google Shape;1566;p205"/>
          <p:cNvSpPr/>
          <p:nvPr/>
        </p:nvSpPr>
        <p:spPr>
          <a:xfrm>
            <a:off x="1352550" y="2600075"/>
            <a:ext cx="4280400" cy="603600"/>
          </a:xfrm>
          <a:prstGeom prst="roundRect">
            <a:avLst>
              <a:gd fmla="val 7421"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205"/>
          <p:cNvSpPr txBox="1"/>
          <p:nvPr>
            <p:ph idx="4294967295" type="subTitle"/>
          </p:nvPr>
        </p:nvSpPr>
        <p:spPr>
          <a:xfrm>
            <a:off x="1481925" y="2289500"/>
            <a:ext cx="3995100" cy="1265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600">
                <a:latin typeface="Roboto"/>
                <a:ea typeface="Roboto"/>
                <a:cs typeface="Roboto"/>
                <a:sym typeface="Roboto"/>
              </a:rPr>
              <a:t>Other tools can analyze video, photo, </a:t>
            </a:r>
            <a:br>
              <a:rPr lang="en" sz="1600">
                <a:latin typeface="Roboto"/>
                <a:ea typeface="Roboto"/>
                <a:cs typeface="Roboto"/>
                <a:sym typeface="Roboto"/>
              </a:rPr>
            </a:br>
            <a:r>
              <a:rPr lang="en" sz="1600">
                <a:latin typeface="Roboto"/>
                <a:ea typeface="Roboto"/>
                <a:cs typeface="Roboto"/>
                <a:sym typeface="Roboto"/>
              </a:rPr>
              <a:t>and audio files in more depth. </a:t>
            </a:r>
            <a:endParaRPr sz="1600">
              <a:latin typeface="Roboto"/>
              <a:ea typeface="Roboto"/>
              <a:cs typeface="Roboto"/>
              <a:sym typeface="Roboto"/>
            </a:endParaRPr>
          </a:p>
        </p:txBody>
      </p:sp>
      <p:sp>
        <p:nvSpPr>
          <p:cNvPr id="1568" name="Google Shape;1568;p205"/>
          <p:cNvSpPr/>
          <p:nvPr/>
        </p:nvSpPr>
        <p:spPr>
          <a:xfrm>
            <a:off x="1356950" y="3611875"/>
            <a:ext cx="4280400" cy="1174500"/>
          </a:xfrm>
          <a:prstGeom prst="roundRect">
            <a:avLst>
              <a:gd fmla="val 10581"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205"/>
          <p:cNvSpPr txBox="1"/>
          <p:nvPr>
            <p:ph idx="4294967295" type="subTitle"/>
          </p:nvPr>
        </p:nvSpPr>
        <p:spPr>
          <a:xfrm>
            <a:off x="1495199" y="3799050"/>
            <a:ext cx="3995100" cy="771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600">
                <a:latin typeface="Roboto"/>
                <a:ea typeface="Roboto"/>
                <a:cs typeface="Roboto"/>
                <a:sym typeface="Roboto"/>
              </a:rPr>
              <a:t>Database information can easily be transferred to spreadsheets or </a:t>
            </a:r>
            <a:r>
              <a:rPr lang="en" sz="1600"/>
              <a:t>W</a:t>
            </a:r>
            <a:r>
              <a:rPr lang="en" sz="1600">
                <a:latin typeface="Roboto"/>
                <a:ea typeface="Roboto"/>
                <a:cs typeface="Roboto"/>
                <a:sym typeface="Roboto"/>
              </a:rPr>
              <a:t>ord documents where it can be manipulated into reports.</a:t>
            </a:r>
            <a:endParaRPr sz="1600">
              <a:latin typeface="Roboto"/>
              <a:ea typeface="Roboto"/>
              <a:cs typeface="Roboto"/>
              <a:sym typeface="Roboto"/>
            </a:endParaRPr>
          </a:p>
        </p:txBody>
      </p:sp>
      <p:grpSp>
        <p:nvGrpSpPr>
          <p:cNvPr id="1570" name="Google Shape;1570;p205"/>
          <p:cNvGrpSpPr/>
          <p:nvPr/>
        </p:nvGrpSpPr>
        <p:grpSpPr>
          <a:xfrm>
            <a:off x="493000" y="1608238"/>
            <a:ext cx="776900" cy="486300"/>
            <a:chOff x="457200" y="1466425"/>
            <a:chExt cx="776900" cy="486300"/>
          </a:xfrm>
        </p:grpSpPr>
        <p:sp>
          <p:nvSpPr>
            <p:cNvPr id="1571" name="Google Shape;1571;p205"/>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a:ea typeface="Roboto"/>
                  <a:cs typeface="Roboto"/>
                  <a:sym typeface="Roboto"/>
                </a:rPr>
                <a:t>01</a:t>
              </a:r>
              <a:endParaRPr i="0" sz="3000" u="none" cap="none" strike="noStrike">
                <a:solidFill>
                  <a:srgbClr val="082D49"/>
                </a:solidFill>
                <a:latin typeface="Roboto"/>
                <a:ea typeface="Roboto"/>
                <a:cs typeface="Roboto"/>
                <a:sym typeface="Roboto"/>
              </a:endParaRPr>
            </a:p>
          </p:txBody>
        </p:sp>
        <p:sp>
          <p:nvSpPr>
            <p:cNvPr id="1572" name="Google Shape;1572;p205"/>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1573" name="Google Shape;1573;p205"/>
          <p:cNvGrpSpPr/>
          <p:nvPr/>
        </p:nvGrpSpPr>
        <p:grpSpPr>
          <a:xfrm>
            <a:off x="493000" y="2600075"/>
            <a:ext cx="776900" cy="486300"/>
            <a:chOff x="457200" y="1466425"/>
            <a:chExt cx="776900" cy="486300"/>
          </a:xfrm>
        </p:grpSpPr>
        <p:sp>
          <p:nvSpPr>
            <p:cNvPr id="1574" name="Google Shape;1574;p205"/>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a:ea typeface="Roboto"/>
                  <a:cs typeface="Roboto"/>
                  <a:sym typeface="Roboto"/>
                </a:rPr>
                <a:t>0</a:t>
              </a:r>
              <a:r>
                <a:rPr lang="en" sz="3000">
                  <a:solidFill>
                    <a:srgbClr val="082D49"/>
                  </a:solidFill>
                  <a:latin typeface="Roboto"/>
                  <a:ea typeface="Roboto"/>
                  <a:cs typeface="Roboto"/>
                  <a:sym typeface="Roboto"/>
                </a:rPr>
                <a:t>2</a:t>
              </a:r>
              <a:endParaRPr i="0" sz="3000" u="none" cap="none" strike="noStrike">
                <a:solidFill>
                  <a:srgbClr val="082D49"/>
                </a:solidFill>
                <a:latin typeface="Roboto"/>
                <a:ea typeface="Roboto"/>
                <a:cs typeface="Roboto"/>
                <a:sym typeface="Roboto"/>
              </a:endParaRPr>
            </a:p>
          </p:txBody>
        </p:sp>
        <p:sp>
          <p:nvSpPr>
            <p:cNvPr id="1575" name="Google Shape;1575;p205"/>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1576" name="Google Shape;1576;p205"/>
          <p:cNvGrpSpPr/>
          <p:nvPr/>
        </p:nvGrpSpPr>
        <p:grpSpPr>
          <a:xfrm>
            <a:off x="493000" y="3717156"/>
            <a:ext cx="776900" cy="486300"/>
            <a:chOff x="457200" y="1466425"/>
            <a:chExt cx="776900" cy="486300"/>
          </a:xfrm>
        </p:grpSpPr>
        <p:sp>
          <p:nvSpPr>
            <p:cNvPr id="1577" name="Google Shape;1577;p205"/>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a:ea typeface="Roboto"/>
                  <a:cs typeface="Roboto"/>
                  <a:sym typeface="Roboto"/>
                </a:rPr>
                <a:t>0</a:t>
              </a:r>
              <a:r>
                <a:rPr lang="en" sz="3000">
                  <a:solidFill>
                    <a:srgbClr val="082D49"/>
                  </a:solidFill>
                  <a:latin typeface="Roboto"/>
                  <a:ea typeface="Roboto"/>
                  <a:cs typeface="Roboto"/>
                  <a:sym typeface="Roboto"/>
                </a:rPr>
                <a:t>3</a:t>
              </a:r>
              <a:endParaRPr i="0" sz="3000" u="none" cap="none" strike="noStrike">
                <a:solidFill>
                  <a:srgbClr val="082D49"/>
                </a:solidFill>
                <a:latin typeface="Roboto"/>
                <a:ea typeface="Roboto"/>
                <a:cs typeface="Roboto"/>
                <a:sym typeface="Roboto"/>
              </a:endParaRPr>
            </a:p>
          </p:txBody>
        </p:sp>
        <p:sp>
          <p:nvSpPr>
            <p:cNvPr id="1578" name="Google Shape;1578;p205"/>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2" name="Shape 1582"/>
        <p:cNvGrpSpPr/>
        <p:nvPr/>
      </p:nvGrpSpPr>
      <p:grpSpPr>
        <a:xfrm>
          <a:off x="0" y="0"/>
          <a:ext cx="0" cy="0"/>
          <a:chOff x="0" y="0"/>
          <a:chExt cx="0" cy="0"/>
        </a:xfrm>
      </p:grpSpPr>
      <p:sp>
        <p:nvSpPr>
          <p:cNvPr id="1583" name="Google Shape;1583;p206"/>
          <p:cNvSpPr txBox="1"/>
          <p:nvPr>
            <p:ph idx="2" type="title"/>
          </p:nvPr>
        </p:nvSpPr>
        <p:spPr>
          <a:xfrm>
            <a:off x="1658625" y="1039700"/>
            <a:ext cx="60360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Offline viewing </a:t>
            </a:r>
            <a:r>
              <a:rPr lang="en" sz="3000">
                <a:latin typeface="Roboto"/>
                <a:ea typeface="Roboto"/>
                <a:cs typeface="Roboto"/>
                <a:sym typeface="Roboto"/>
              </a:rPr>
              <a:t>refers to the process of viewing files outside of the main program—in this case, Autopsy.</a:t>
            </a:r>
            <a:endParaRPr sz="3000">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7" name="Shape 1587"/>
        <p:cNvGrpSpPr/>
        <p:nvPr/>
      </p:nvGrpSpPr>
      <p:grpSpPr>
        <a:xfrm>
          <a:off x="0" y="0"/>
          <a:ext cx="0" cy="0"/>
          <a:chOff x="0" y="0"/>
          <a:chExt cx="0" cy="0"/>
        </a:xfrm>
      </p:grpSpPr>
      <p:sp>
        <p:nvSpPr>
          <p:cNvPr id="1588" name="Google Shape;1588;p207"/>
          <p:cNvSpPr/>
          <p:nvPr/>
        </p:nvSpPr>
        <p:spPr>
          <a:xfrm>
            <a:off x="-9525" y="-7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207"/>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fld id="{00000000-1234-1234-1234-123412341234}" type="slidenum">
              <a:rPr lang="en" sz="600">
                <a:solidFill>
                  <a:srgbClr val="FFFFFF"/>
                </a:solidFill>
              </a:rPr>
              <a:t>‹#›</a:t>
            </a:fld>
            <a:endParaRPr sz="600">
              <a:solidFill>
                <a:srgbClr val="FFFFFF"/>
              </a:solidFill>
            </a:endParaRPr>
          </a:p>
        </p:txBody>
      </p:sp>
      <p:pic>
        <p:nvPicPr>
          <p:cNvPr id="1590" name="Google Shape;1590;p207"/>
          <p:cNvPicPr preferRelativeResize="0"/>
          <p:nvPr/>
        </p:nvPicPr>
        <p:blipFill rotWithShape="1">
          <a:blip r:embed="rId3">
            <a:alphaModFix/>
          </a:blip>
          <a:srcRect b="1900" l="6686" r="6242" t="40670"/>
          <a:stretch/>
        </p:blipFill>
        <p:spPr>
          <a:xfrm>
            <a:off x="2606975" y="-75"/>
            <a:ext cx="3962852" cy="5143504"/>
          </a:xfrm>
          <a:prstGeom prst="rect">
            <a:avLst/>
          </a:prstGeom>
          <a:noFill/>
          <a:ln>
            <a:noFill/>
          </a:ln>
        </p:spPr>
      </p:pic>
      <p:sp>
        <p:nvSpPr>
          <p:cNvPr id="1591" name="Google Shape;1591;p207"/>
          <p:cNvSpPr/>
          <p:nvPr/>
        </p:nvSpPr>
        <p:spPr>
          <a:xfrm>
            <a:off x="2743250" y="1600725"/>
            <a:ext cx="3678900" cy="2450100"/>
          </a:xfrm>
          <a:prstGeom prst="roundRect">
            <a:avLst>
              <a:gd fmla="val 2316"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207"/>
          <p:cNvSpPr/>
          <p:nvPr/>
        </p:nvSpPr>
        <p:spPr>
          <a:xfrm>
            <a:off x="2913575" y="1793750"/>
            <a:ext cx="421200" cy="421200"/>
          </a:xfrm>
          <a:prstGeom prst="ellipse">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93" name="Google Shape;1593;p207"/>
          <p:cNvGrpSpPr/>
          <p:nvPr/>
        </p:nvGrpSpPr>
        <p:grpSpPr>
          <a:xfrm>
            <a:off x="3050019" y="1933072"/>
            <a:ext cx="151123" cy="143446"/>
            <a:chOff x="4441350" y="1697600"/>
            <a:chExt cx="270975" cy="272400"/>
          </a:xfrm>
        </p:grpSpPr>
        <p:cxnSp>
          <p:nvCxnSpPr>
            <p:cNvPr id="1594" name="Google Shape;1594;p207"/>
            <p:cNvCxnSpPr/>
            <p:nvPr/>
          </p:nvCxnSpPr>
          <p:spPr>
            <a:xfrm>
              <a:off x="4451025" y="1697600"/>
              <a:ext cx="261300" cy="272400"/>
            </a:xfrm>
            <a:prstGeom prst="straightConnector1">
              <a:avLst/>
            </a:prstGeom>
            <a:noFill/>
            <a:ln cap="flat" cmpd="sng" w="19050">
              <a:solidFill>
                <a:srgbClr val="FFFFFF"/>
              </a:solidFill>
              <a:prstDash val="solid"/>
              <a:round/>
              <a:headEnd len="med" w="med" type="none"/>
              <a:tailEnd len="med" w="med" type="none"/>
            </a:ln>
          </p:spPr>
        </p:cxnSp>
        <p:cxnSp>
          <p:nvCxnSpPr>
            <p:cNvPr id="1595" name="Google Shape;1595;p207"/>
            <p:cNvCxnSpPr/>
            <p:nvPr/>
          </p:nvCxnSpPr>
          <p:spPr>
            <a:xfrm flipH="1">
              <a:off x="4441350" y="1697600"/>
              <a:ext cx="261300" cy="272400"/>
            </a:xfrm>
            <a:prstGeom prst="straightConnector1">
              <a:avLst/>
            </a:prstGeom>
            <a:noFill/>
            <a:ln cap="flat" cmpd="sng" w="19050">
              <a:solidFill>
                <a:srgbClr val="FFFFFF"/>
              </a:solidFill>
              <a:prstDash val="solid"/>
              <a:round/>
              <a:headEnd len="med" w="med" type="none"/>
              <a:tailEnd len="med" w="med" type="none"/>
            </a:ln>
          </p:spPr>
        </p:cxnSp>
      </p:grpSp>
      <p:sp>
        <p:nvSpPr>
          <p:cNvPr id="1596" name="Google Shape;1596;p207"/>
          <p:cNvSpPr txBox="1"/>
          <p:nvPr/>
        </p:nvSpPr>
        <p:spPr>
          <a:xfrm>
            <a:off x="2743250" y="2214950"/>
            <a:ext cx="3678900" cy="1659000"/>
          </a:xfrm>
          <a:prstGeom prst="rect">
            <a:avLst/>
          </a:prstGeom>
          <a:noFill/>
          <a:ln>
            <a:noFill/>
          </a:ln>
        </p:spPr>
        <p:txBody>
          <a:bodyPr anchorCtr="0" anchor="t" bIns="91425" lIns="91425" spcFirstLastPara="1" rIns="91425" wrap="square" tIns="182875">
            <a:noAutofit/>
          </a:bodyPr>
          <a:lstStyle/>
          <a:p>
            <a:pPr indent="0" lvl="0" marL="0" rtl="0" algn="ctr">
              <a:lnSpc>
                <a:spcPct val="115000"/>
              </a:lnSpc>
              <a:spcBef>
                <a:spcPts val="0"/>
              </a:spcBef>
              <a:spcAft>
                <a:spcPts val="0"/>
              </a:spcAft>
              <a:buClr>
                <a:schemeClr val="dk1"/>
              </a:buClr>
              <a:buSzPts val="1100"/>
              <a:buFont typeface="Arial"/>
              <a:buNone/>
            </a:pPr>
            <a:r>
              <a:rPr lang="en" sz="1800">
                <a:solidFill>
                  <a:srgbClr val="FFFFFF"/>
                </a:solidFill>
                <a:latin typeface="Roboto"/>
                <a:ea typeface="Roboto"/>
                <a:cs typeface="Roboto"/>
                <a:sym typeface="Roboto"/>
              </a:rPr>
              <a:t>In the following guided tour, </a:t>
            </a:r>
            <a:br>
              <a:rPr lang="en" sz="1800">
                <a:solidFill>
                  <a:srgbClr val="FFFFFF"/>
                </a:solidFill>
                <a:latin typeface="Roboto"/>
                <a:ea typeface="Roboto"/>
                <a:cs typeface="Roboto"/>
                <a:sym typeface="Roboto"/>
              </a:rPr>
            </a:br>
            <a:r>
              <a:rPr lang="en" sz="1800">
                <a:solidFill>
                  <a:srgbClr val="FFFFFF"/>
                </a:solidFill>
                <a:latin typeface="Roboto"/>
                <a:ea typeface="Roboto"/>
                <a:cs typeface="Roboto"/>
                <a:sym typeface="Roboto"/>
              </a:rPr>
              <a:t>we’ll extract files and directories for offline viewing. </a:t>
            </a:r>
            <a:endParaRPr sz="1800">
              <a:solidFill>
                <a:srgbClr val="FFFFFF"/>
              </a:solidFill>
              <a:latin typeface="Roboto"/>
              <a:ea typeface="Roboto"/>
              <a:cs typeface="Roboto"/>
              <a:sym typeface="Roboto"/>
            </a:endParaRPr>
          </a:p>
        </p:txBody>
      </p:sp>
      <p:grpSp>
        <p:nvGrpSpPr>
          <p:cNvPr id="1597" name="Google Shape;1597;p207"/>
          <p:cNvGrpSpPr/>
          <p:nvPr/>
        </p:nvGrpSpPr>
        <p:grpSpPr>
          <a:xfrm>
            <a:off x="295275" y="292375"/>
            <a:ext cx="8586254" cy="421200"/>
            <a:chOff x="295275" y="171900"/>
            <a:chExt cx="8586254" cy="421200"/>
          </a:xfrm>
        </p:grpSpPr>
        <p:pic>
          <p:nvPicPr>
            <p:cNvPr id="1598" name="Google Shape;1598;p207"/>
            <p:cNvPicPr preferRelativeResize="0"/>
            <p:nvPr/>
          </p:nvPicPr>
          <p:blipFill>
            <a:blip r:embed="rId4">
              <a:alphaModFix/>
            </a:blip>
            <a:stretch>
              <a:fillRect/>
            </a:stretch>
          </p:blipFill>
          <p:spPr>
            <a:xfrm>
              <a:off x="295275" y="171900"/>
              <a:ext cx="537629" cy="421200"/>
            </a:xfrm>
            <a:prstGeom prst="rect">
              <a:avLst/>
            </a:prstGeom>
            <a:noFill/>
            <a:ln>
              <a:noFill/>
            </a:ln>
          </p:spPr>
        </p:pic>
        <p:pic>
          <p:nvPicPr>
            <p:cNvPr id="1599" name="Google Shape;1599;p207"/>
            <p:cNvPicPr preferRelativeResize="0"/>
            <p:nvPr/>
          </p:nvPicPr>
          <p:blipFill>
            <a:blip r:embed="rId4">
              <a:alphaModFix/>
            </a:blip>
            <a:stretch>
              <a:fillRect/>
            </a:stretch>
          </p:blipFill>
          <p:spPr>
            <a:xfrm>
              <a:off x="1076325" y="171900"/>
              <a:ext cx="537629" cy="421200"/>
            </a:xfrm>
            <a:prstGeom prst="rect">
              <a:avLst/>
            </a:prstGeom>
            <a:noFill/>
            <a:ln>
              <a:noFill/>
            </a:ln>
          </p:spPr>
        </p:pic>
        <p:pic>
          <p:nvPicPr>
            <p:cNvPr id="1600" name="Google Shape;1600;p207"/>
            <p:cNvPicPr preferRelativeResize="0"/>
            <p:nvPr/>
          </p:nvPicPr>
          <p:blipFill>
            <a:blip r:embed="rId4">
              <a:alphaModFix/>
            </a:blip>
            <a:stretch>
              <a:fillRect/>
            </a:stretch>
          </p:blipFill>
          <p:spPr>
            <a:xfrm>
              <a:off x="1857375" y="171900"/>
              <a:ext cx="537629" cy="421200"/>
            </a:xfrm>
            <a:prstGeom prst="rect">
              <a:avLst/>
            </a:prstGeom>
            <a:noFill/>
            <a:ln>
              <a:noFill/>
            </a:ln>
          </p:spPr>
        </p:pic>
        <p:pic>
          <p:nvPicPr>
            <p:cNvPr id="1601" name="Google Shape;1601;p207"/>
            <p:cNvPicPr preferRelativeResize="0"/>
            <p:nvPr/>
          </p:nvPicPr>
          <p:blipFill>
            <a:blip r:embed="rId4">
              <a:alphaModFix/>
            </a:blip>
            <a:stretch>
              <a:fillRect/>
            </a:stretch>
          </p:blipFill>
          <p:spPr>
            <a:xfrm>
              <a:off x="6781800" y="171900"/>
              <a:ext cx="537629" cy="421200"/>
            </a:xfrm>
            <a:prstGeom prst="rect">
              <a:avLst/>
            </a:prstGeom>
            <a:noFill/>
            <a:ln>
              <a:noFill/>
            </a:ln>
          </p:spPr>
        </p:pic>
        <p:pic>
          <p:nvPicPr>
            <p:cNvPr id="1602" name="Google Shape;1602;p207"/>
            <p:cNvPicPr preferRelativeResize="0"/>
            <p:nvPr/>
          </p:nvPicPr>
          <p:blipFill>
            <a:blip r:embed="rId4">
              <a:alphaModFix/>
            </a:blip>
            <a:stretch>
              <a:fillRect/>
            </a:stretch>
          </p:blipFill>
          <p:spPr>
            <a:xfrm>
              <a:off x="7562850" y="171900"/>
              <a:ext cx="537629" cy="421200"/>
            </a:xfrm>
            <a:prstGeom prst="rect">
              <a:avLst/>
            </a:prstGeom>
            <a:noFill/>
            <a:ln>
              <a:noFill/>
            </a:ln>
          </p:spPr>
        </p:pic>
        <p:pic>
          <p:nvPicPr>
            <p:cNvPr id="1603" name="Google Shape;1603;p207"/>
            <p:cNvPicPr preferRelativeResize="0"/>
            <p:nvPr/>
          </p:nvPicPr>
          <p:blipFill>
            <a:blip r:embed="rId4">
              <a:alphaModFix/>
            </a:blip>
            <a:stretch>
              <a:fillRect/>
            </a:stretch>
          </p:blipFill>
          <p:spPr>
            <a:xfrm>
              <a:off x="8343900" y="171900"/>
              <a:ext cx="537629" cy="421200"/>
            </a:xfrm>
            <a:prstGeom prst="rect">
              <a:avLst/>
            </a:prstGeom>
            <a:noFill/>
            <a:ln>
              <a:noFill/>
            </a:ln>
          </p:spPr>
        </p:pic>
      </p:grpSp>
      <p:grpSp>
        <p:nvGrpSpPr>
          <p:cNvPr id="1604" name="Google Shape;1604;p207"/>
          <p:cNvGrpSpPr/>
          <p:nvPr/>
        </p:nvGrpSpPr>
        <p:grpSpPr>
          <a:xfrm>
            <a:off x="295275" y="813383"/>
            <a:ext cx="8586254" cy="421200"/>
            <a:chOff x="295275" y="171900"/>
            <a:chExt cx="8586254" cy="421200"/>
          </a:xfrm>
        </p:grpSpPr>
        <p:pic>
          <p:nvPicPr>
            <p:cNvPr id="1605" name="Google Shape;1605;p207"/>
            <p:cNvPicPr preferRelativeResize="0"/>
            <p:nvPr/>
          </p:nvPicPr>
          <p:blipFill>
            <a:blip r:embed="rId4">
              <a:alphaModFix/>
            </a:blip>
            <a:stretch>
              <a:fillRect/>
            </a:stretch>
          </p:blipFill>
          <p:spPr>
            <a:xfrm>
              <a:off x="295275" y="171900"/>
              <a:ext cx="537629" cy="421200"/>
            </a:xfrm>
            <a:prstGeom prst="rect">
              <a:avLst/>
            </a:prstGeom>
            <a:noFill/>
            <a:ln>
              <a:noFill/>
            </a:ln>
          </p:spPr>
        </p:pic>
        <p:pic>
          <p:nvPicPr>
            <p:cNvPr id="1606" name="Google Shape;1606;p207"/>
            <p:cNvPicPr preferRelativeResize="0"/>
            <p:nvPr/>
          </p:nvPicPr>
          <p:blipFill>
            <a:blip r:embed="rId4">
              <a:alphaModFix/>
            </a:blip>
            <a:stretch>
              <a:fillRect/>
            </a:stretch>
          </p:blipFill>
          <p:spPr>
            <a:xfrm>
              <a:off x="1076325" y="171900"/>
              <a:ext cx="537629" cy="421200"/>
            </a:xfrm>
            <a:prstGeom prst="rect">
              <a:avLst/>
            </a:prstGeom>
            <a:noFill/>
            <a:ln>
              <a:noFill/>
            </a:ln>
          </p:spPr>
        </p:pic>
        <p:pic>
          <p:nvPicPr>
            <p:cNvPr id="1607" name="Google Shape;1607;p207"/>
            <p:cNvPicPr preferRelativeResize="0"/>
            <p:nvPr/>
          </p:nvPicPr>
          <p:blipFill>
            <a:blip r:embed="rId4">
              <a:alphaModFix/>
            </a:blip>
            <a:stretch>
              <a:fillRect/>
            </a:stretch>
          </p:blipFill>
          <p:spPr>
            <a:xfrm>
              <a:off x="1857375" y="171900"/>
              <a:ext cx="537629" cy="421200"/>
            </a:xfrm>
            <a:prstGeom prst="rect">
              <a:avLst/>
            </a:prstGeom>
            <a:noFill/>
            <a:ln>
              <a:noFill/>
            </a:ln>
          </p:spPr>
        </p:pic>
        <p:pic>
          <p:nvPicPr>
            <p:cNvPr id="1608" name="Google Shape;1608;p207"/>
            <p:cNvPicPr preferRelativeResize="0"/>
            <p:nvPr/>
          </p:nvPicPr>
          <p:blipFill>
            <a:blip r:embed="rId4">
              <a:alphaModFix/>
            </a:blip>
            <a:stretch>
              <a:fillRect/>
            </a:stretch>
          </p:blipFill>
          <p:spPr>
            <a:xfrm>
              <a:off x="6781800" y="171900"/>
              <a:ext cx="537629" cy="421200"/>
            </a:xfrm>
            <a:prstGeom prst="rect">
              <a:avLst/>
            </a:prstGeom>
            <a:noFill/>
            <a:ln>
              <a:noFill/>
            </a:ln>
          </p:spPr>
        </p:pic>
        <p:pic>
          <p:nvPicPr>
            <p:cNvPr id="1609" name="Google Shape;1609;p207"/>
            <p:cNvPicPr preferRelativeResize="0"/>
            <p:nvPr/>
          </p:nvPicPr>
          <p:blipFill>
            <a:blip r:embed="rId4">
              <a:alphaModFix/>
            </a:blip>
            <a:stretch>
              <a:fillRect/>
            </a:stretch>
          </p:blipFill>
          <p:spPr>
            <a:xfrm>
              <a:off x="7562850" y="171900"/>
              <a:ext cx="537629" cy="421200"/>
            </a:xfrm>
            <a:prstGeom prst="rect">
              <a:avLst/>
            </a:prstGeom>
            <a:noFill/>
            <a:ln>
              <a:noFill/>
            </a:ln>
          </p:spPr>
        </p:pic>
        <p:pic>
          <p:nvPicPr>
            <p:cNvPr id="1610" name="Google Shape;1610;p207"/>
            <p:cNvPicPr preferRelativeResize="0"/>
            <p:nvPr/>
          </p:nvPicPr>
          <p:blipFill>
            <a:blip r:embed="rId4">
              <a:alphaModFix/>
            </a:blip>
            <a:stretch>
              <a:fillRect/>
            </a:stretch>
          </p:blipFill>
          <p:spPr>
            <a:xfrm>
              <a:off x="8343900" y="171900"/>
              <a:ext cx="537629" cy="421200"/>
            </a:xfrm>
            <a:prstGeom prst="rect">
              <a:avLst/>
            </a:prstGeom>
            <a:noFill/>
            <a:ln>
              <a:noFill/>
            </a:ln>
          </p:spPr>
        </p:pic>
      </p:grpSp>
      <p:grpSp>
        <p:nvGrpSpPr>
          <p:cNvPr id="1611" name="Google Shape;1611;p207"/>
          <p:cNvGrpSpPr/>
          <p:nvPr/>
        </p:nvGrpSpPr>
        <p:grpSpPr>
          <a:xfrm>
            <a:off x="295275" y="1334391"/>
            <a:ext cx="8586254" cy="421200"/>
            <a:chOff x="295275" y="171900"/>
            <a:chExt cx="8586254" cy="421200"/>
          </a:xfrm>
        </p:grpSpPr>
        <p:pic>
          <p:nvPicPr>
            <p:cNvPr id="1612" name="Google Shape;1612;p207"/>
            <p:cNvPicPr preferRelativeResize="0"/>
            <p:nvPr/>
          </p:nvPicPr>
          <p:blipFill>
            <a:blip r:embed="rId4">
              <a:alphaModFix/>
            </a:blip>
            <a:stretch>
              <a:fillRect/>
            </a:stretch>
          </p:blipFill>
          <p:spPr>
            <a:xfrm>
              <a:off x="295275" y="171900"/>
              <a:ext cx="537629" cy="421200"/>
            </a:xfrm>
            <a:prstGeom prst="rect">
              <a:avLst/>
            </a:prstGeom>
            <a:noFill/>
            <a:ln>
              <a:noFill/>
            </a:ln>
          </p:spPr>
        </p:pic>
        <p:pic>
          <p:nvPicPr>
            <p:cNvPr id="1613" name="Google Shape;1613;p207"/>
            <p:cNvPicPr preferRelativeResize="0"/>
            <p:nvPr/>
          </p:nvPicPr>
          <p:blipFill>
            <a:blip r:embed="rId4">
              <a:alphaModFix/>
            </a:blip>
            <a:stretch>
              <a:fillRect/>
            </a:stretch>
          </p:blipFill>
          <p:spPr>
            <a:xfrm>
              <a:off x="1076325" y="171900"/>
              <a:ext cx="537629" cy="421200"/>
            </a:xfrm>
            <a:prstGeom prst="rect">
              <a:avLst/>
            </a:prstGeom>
            <a:noFill/>
            <a:ln>
              <a:noFill/>
            </a:ln>
          </p:spPr>
        </p:pic>
        <p:pic>
          <p:nvPicPr>
            <p:cNvPr id="1614" name="Google Shape;1614;p207"/>
            <p:cNvPicPr preferRelativeResize="0"/>
            <p:nvPr/>
          </p:nvPicPr>
          <p:blipFill>
            <a:blip r:embed="rId4">
              <a:alphaModFix/>
            </a:blip>
            <a:stretch>
              <a:fillRect/>
            </a:stretch>
          </p:blipFill>
          <p:spPr>
            <a:xfrm>
              <a:off x="1857375" y="171900"/>
              <a:ext cx="537629" cy="421200"/>
            </a:xfrm>
            <a:prstGeom prst="rect">
              <a:avLst/>
            </a:prstGeom>
            <a:noFill/>
            <a:ln>
              <a:noFill/>
            </a:ln>
          </p:spPr>
        </p:pic>
        <p:pic>
          <p:nvPicPr>
            <p:cNvPr id="1615" name="Google Shape;1615;p207"/>
            <p:cNvPicPr preferRelativeResize="0"/>
            <p:nvPr/>
          </p:nvPicPr>
          <p:blipFill>
            <a:blip r:embed="rId4">
              <a:alphaModFix/>
            </a:blip>
            <a:stretch>
              <a:fillRect/>
            </a:stretch>
          </p:blipFill>
          <p:spPr>
            <a:xfrm>
              <a:off x="6781800" y="171900"/>
              <a:ext cx="537629" cy="421200"/>
            </a:xfrm>
            <a:prstGeom prst="rect">
              <a:avLst/>
            </a:prstGeom>
            <a:noFill/>
            <a:ln>
              <a:noFill/>
            </a:ln>
          </p:spPr>
        </p:pic>
        <p:pic>
          <p:nvPicPr>
            <p:cNvPr id="1616" name="Google Shape;1616;p207"/>
            <p:cNvPicPr preferRelativeResize="0"/>
            <p:nvPr/>
          </p:nvPicPr>
          <p:blipFill>
            <a:blip r:embed="rId4">
              <a:alphaModFix/>
            </a:blip>
            <a:stretch>
              <a:fillRect/>
            </a:stretch>
          </p:blipFill>
          <p:spPr>
            <a:xfrm>
              <a:off x="7562850" y="171900"/>
              <a:ext cx="537629" cy="421200"/>
            </a:xfrm>
            <a:prstGeom prst="rect">
              <a:avLst/>
            </a:prstGeom>
            <a:noFill/>
            <a:ln>
              <a:noFill/>
            </a:ln>
          </p:spPr>
        </p:pic>
        <p:pic>
          <p:nvPicPr>
            <p:cNvPr id="1617" name="Google Shape;1617;p207"/>
            <p:cNvPicPr preferRelativeResize="0"/>
            <p:nvPr/>
          </p:nvPicPr>
          <p:blipFill>
            <a:blip r:embed="rId4">
              <a:alphaModFix/>
            </a:blip>
            <a:stretch>
              <a:fillRect/>
            </a:stretch>
          </p:blipFill>
          <p:spPr>
            <a:xfrm>
              <a:off x="8343900" y="171900"/>
              <a:ext cx="537629" cy="421200"/>
            </a:xfrm>
            <a:prstGeom prst="rect">
              <a:avLst/>
            </a:prstGeom>
            <a:noFill/>
            <a:ln>
              <a:noFill/>
            </a:ln>
          </p:spPr>
        </p:pic>
      </p:grpSp>
      <p:grpSp>
        <p:nvGrpSpPr>
          <p:cNvPr id="1618" name="Google Shape;1618;p207"/>
          <p:cNvGrpSpPr/>
          <p:nvPr/>
        </p:nvGrpSpPr>
        <p:grpSpPr>
          <a:xfrm>
            <a:off x="295275" y="1855398"/>
            <a:ext cx="8586254" cy="421200"/>
            <a:chOff x="295275" y="171900"/>
            <a:chExt cx="8586254" cy="421200"/>
          </a:xfrm>
        </p:grpSpPr>
        <p:pic>
          <p:nvPicPr>
            <p:cNvPr id="1619" name="Google Shape;1619;p207"/>
            <p:cNvPicPr preferRelativeResize="0"/>
            <p:nvPr/>
          </p:nvPicPr>
          <p:blipFill>
            <a:blip r:embed="rId4">
              <a:alphaModFix/>
            </a:blip>
            <a:stretch>
              <a:fillRect/>
            </a:stretch>
          </p:blipFill>
          <p:spPr>
            <a:xfrm>
              <a:off x="295275" y="171900"/>
              <a:ext cx="537629" cy="421200"/>
            </a:xfrm>
            <a:prstGeom prst="rect">
              <a:avLst/>
            </a:prstGeom>
            <a:noFill/>
            <a:ln>
              <a:noFill/>
            </a:ln>
          </p:spPr>
        </p:pic>
        <p:pic>
          <p:nvPicPr>
            <p:cNvPr id="1620" name="Google Shape;1620;p207"/>
            <p:cNvPicPr preferRelativeResize="0"/>
            <p:nvPr/>
          </p:nvPicPr>
          <p:blipFill>
            <a:blip r:embed="rId4">
              <a:alphaModFix/>
            </a:blip>
            <a:stretch>
              <a:fillRect/>
            </a:stretch>
          </p:blipFill>
          <p:spPr>
            <a:xfrm>
              <a:off x="1076325" y="171900"/>
              <a:ext cx="537629" cy="421200"/>
            </a:xfrm>
            <a:prstGeom prst="rect">
              <a:avLst/>
            </a:prstGeom>
            <a:noFill/>
            <a:ln>
              <a:noFill/>
            </a:ln>
          </p:spPr>
        </p:pic>
        <p:pic>
          <p:nvPicPr>
            <p:cNvPr id="1621" name="Google Shape;1621;p207"/>
            <p:cNvPicPr preferRelativeResize="0"/>
            <p:nvPr/>
          </p:nvPicPr>
          <p:blipFill>
            <a:blip r:embed="rId4">
              <a:alphaModFix/>
            </a:blip>
            <a:stretch>
              <a:fillRect/>
            </a:stretch>
          </p:blipFill>
          <p:spPr>
            <a:xfrm>
              <a:off x="1857375" y="171900"/>
              <a:ext cx="537629" cy="421200"/>
            </a:xfrm>
            <a:prstGeom prst="rect">
              <a:avLst/>
            </a:prstGeom>
            <a:noFill/>
            <a:ln>
              <a:noFill/>
            </a:ln>
          </p:spPr>
        </p:pic>
        <p:pic>
          <p:nvPicPr>
            <p:cNvPr id="1622" name="Google Shape;1622;p207"/>
            <p:cNvPicPr preferRelativeResize="0"/>
            <p:nvPr/>
          </p:nvPicPr>
          <p:blipFill>
            <a:blip r:embed="rId4">
              <a:alphaModFix/>
            </a:blip>
            <a:stretch>
              <a:fillRect/>
            </a:stretch>
          </p:blipFill>
          <p:spPr>
            <a:xfrm>
              <a:off x="6781800" y="171900"/>
              <a:ext cx="537629" cy="421200"/>
            </a:xfrm>
            <a:prstGeom prst="rect">
              <a:avLst/>
            </a:prstGeom>
            <a:noFill/>
            <a:ln>
              <a:noFill/>
            </a:ln>
          </p:spPr>
        </p:pic>
        <p:pic>
          <p:nvPicPr>
            <p:cNvPr id="1623" name="Google Shape;1623;p207"/>
            <p:cNvPicPr preferRelativeResize="0"/>
            <p:nvPr/>
          </p:nvPicPr>
          <p:blipFill>
            <a:blip r:embed="rId4">
              <a:alphaModFix/>
            </a:blip>
            <a:stretch>
              <a:fillRect/>
            </a:stretch>
          </p:blipFill>
          <p:spPr>
            <a:xfrm>
              <a:off x="7562850" y="171900"/>
              <a:ext cx="537629" cy="421200"/>
            </a:xfrm>
            <a:prstGeom prst="rect">
              <a:avLst/>
            </a:prstGeom>
            <a:noFill/>
            <a:ln>
              <a:noFill/>
            </a:ln>
          </p:spPr>
        </p:pic>
        <p:pic>
          <p:nvPicPr>
            <p:cNvPr id="1624" name="Google Shape;1624;p207"/>
            <p:cNvPicPr preferRelativeResize="0"/>
            <p:nvPr/>
          </p:nvPicPr>
          <p:blipFill>
            <a:blip r:embed="rId4">
              <a:alphaModFix/>
            </a:blip>
            <a:stretch>
              <a:fillRect/>
            </a:stretch>
          </p:blipFill>
          <p:spPr>
            <a:xfrm>
              <a:off x="8343900" y="171900"/>
              <a:ext cx="537629" cy="421200"/>
            </a:xfrm>
            <a:prstGeom prst="rect">
              <a:avLst/>
            </a:prstGeom>
            <a:noFill/>
            <a:ln>
              <a:noFill/>
            </a:ln>
          </p:spPr>
        </p:pic>
      </p:grpSp>
      <p:grpSp>
        <p:nvGrpSpPr>
          <p:cNvPr id="1625" name="Google Shape;1625;p207"/>
          <p:cNvGrpSpPr/>
          <p:nvPr/>
        </p:nvGrpSpPr>
        <p:grpSpPr>
          <a:xfrm>
            <a:off x="295275" y="2376406"/>
            <a:ext cx="8586254" cy="421200"/>
            <a:chOff x="295275" y="171900"/>
            <a:chExt cx="8586254" cy="421200"/>
          </a:xfrm>
        </p:grpSpPr>
        <p:pic>
          <p:nvPicPr>
            <p:cNvPr id="1626" name="Google Shape;1626;p207"/>
            <p:cNvPicPr preferRelativeResize="0"/>
            <p:nvPr/>
          </p:nvPicPr>
          <p:blipFill>
            <a:blip r:embed="rId4">
              <a:alphaModFix/>
            </a:blip>
            <a:stretch>
              <a:fillRect/>
            </a:stretch>
          </p:blipFill>
          <p:spPr>
            <a:xfrm>
              <a:off x="295275" y="171900"/>
              <a:ext cx="537629" cy="421200"/>
            </a:xfrm>
            <a:prstGeom prst="rect">
              <a:avLst/>
            </a:prstGeom>
            <a:noFill/>
            <a:ln>
              <a:noFill/>
            </a:ln>
          </p:spPr>
        </p:pic>
        <p:pic>
          <p:nvPicPr>
            <p:cNvPr id="1627" name="Google Shape;1627;p207"/>
            <p:cNvPicPr preferRelativeResize="0"/>
            <p:nvPr/>
          </p:nvPicPr>
          <p:blipFill>
            <a:blip r:embed="rId4">
              <a:alphaModFix/>
            </a:blip>
            <a:stretch>
              <a:fillRect/>
            </a:stretch>
          </p:blipFill>
          <p:spPr>
            <a:xfrm>
              <a:off x="1076325" y="171900"/>
              <a:ext cx="537629" cy="421200"/>
            </a:xfrm>
            <a:prstGeom prst="rect">
              <a:avLst/>
            </a:prstGeom>
            <a:noFill/>
            <a:ln>
              <a:noFill/>
            </a:ln>
          </p:spPr>
        </p:pic>
        <p:pic>
          <p:nvPicPr>
            <p:cNvPr id="1628" name="Google Shape;1628;p207"/>
            <p:cNvPicPr preferRelativeResize="0"/>
            <p:nvPr/>
          </p:nvPicPr>
          <p:blipFill>
            <a:blip r:embed="rId4">
              <a:alphaModFix/>
            </a:blip>
            <a:stretch>
              <a:fillRect/>
            </a:stretch>
          </p:blipFill>
          <p:spPr>
            <a:xfrm>
              <a:off x="1857375" y="171900"/>
              <a:ext cx="537629" cy="421200"/>
            </a:xfrm>
            <a:prstGeom prst="rect">
              <a:avLst/>
            </a:prstGeom>
            <a:noFill/>
            <a:ln>
              <a:noFill/>
            </a:ln>
          </p:spPr>
        </p:pic>
        <p:pic>
          <p:nvPicPr>
            <p:cNvPr id="1629" name="Google Shape;1629;p207"/>
            <p:cNvPicPr preferRelativeResize="0"/>
            <p:nvPr/>
          </p:nvPicPr>
          <p:blipFill>
            <a:blip r:embed="rId4">
              <a:alphaModFix/>
            </a:blip>
            <a:stretch>
              <a:fillRect/>
            </a:stretch>
          </p:blipFill>
          <p:spPr>
            <a:xfrm>
              <a:off x="6781800" y="171900"/>
              <a:ext cx="537629" cy="421200"/>
            </a:xfrm>
            <a:prstGeom prst="rect">
              <a:avLst/>
            </a:prstGeom>
            <a:noFill/>
            <a:ln>
              <a:noFill/>
            </a:ln>
          </p:spPr>
        </p:pic>
        <p:pic>
          <p:nvPicPr>
            <p:cNvPr id="1630" name="Google Shape;1630;p207"/>
            <p:cNvPicPr preferRelativeResize="0"/>
            <p:nvPr/>
          </p:nvPicPr>
          <p:blipFill>
            <a:blip r:embed="rId4">
              <a:alphaModFix/>
            </a:blip>
            <a:stretch>
              <a:fillRect/>
            </a:stretch>
          </p:blipFill>
          <p:spPr>
            <a:xfrm>
              <a:off x="7562850" y="171900"/>
              <a:ext cx="537629" cy="421200"/>
            </a:xfrm>
            <a:prstGeom prst="rect">
              <a:avLst/>
            </a:prstGeom>
            <a:noFill/>
            <a:ln>
              <a:noFill/>
            </a:ln>
          </p:spPr>
        </p:pic>
        <p:pic>
          <p:nvPicPr>
            <p:cNvPr id="1631" name="Google Shape;1631;p207"/>
            <p:cNvPicPr preferRelativeResize="0"/>
            <p:nvPr/>
          </p:nvPicPr>
          <p:blipFill>
            <a:blip r:embed="rId4">
              <a:alphaModFix/>
            </a:blip>
            <a:stretch>
              <a:fillRect/>
            </a:stretch>
          </p:blipFill>
          <p:spPr>
            <a:xfrm>
              <a:off x="8343900" y="171900"/>
              <a:ext cx="537629" cy="421200"/>
            </a:xfrm>
            <a:prstGeom prst="rect">
              <a:avLst/>
            </a:prstGeom>
            <a:noFill/>
            <a:ln>
              <a:noFill/>
            </a:ln>
          </p:spPr>
        </p:pic>
      </p:grpSp>
      <p:grpSp>
        <p:nvGrpSpPr>
          <p:cNvPr id="1632" name="Google Shape;1632;p207"/>
          <p:cNvGrpSpPr/>
          <p:nvPr/>
        </p:nvGrpSpPr>
        <p:grpSpPr>
          <a:xfrm>
            <a:off x="295275" y="2897414"/>
            <a:ext cx="8586254" cy="421200"/>
            <a:chOff x="295275" y="171900"/>
            <a:chExt cx="8586254" cy="421200"/>
          </a:xfrm>
        </p:grpSpPr>
        <p:pic>
          <p:nvPicPr>
            <p:cNvPr id="1633" name="Google Shape;1633;p207"/>
            <p:cNvPicPr preferRelativeResize="0"/>
            <p:nvPr/>
          </p:nvPicPr>
          <p:blipFill>
            <a:blip r:embed="rId4">
              <a:alphaModFix/>
            </a:blip>
            <a:stretch>
              <a:fillRect/>
            </a:stretch>
          </p:blipFill>
          <p:spPr>
            <a:xfrm>
              <a:off x="295275" y="171900"/>
              <a:ext cx="537629" cy="421200"/>
            </a:xfrm>
            <a:prstGeom prst="rect">
              <a:avLst/>
            </a:prstGeom>
            <a:noFill/>
            <a:ln>
              <a:noFill/>
            </a:ln>
          </p:spPr>
        </p:pic>
        <p:pic>
          <p:nvPicPr>
            <p:cNvPr id="1634" name="Google Shape;1634;p207"/>
            <p:cNvPicPr preferRelativeResize="0"/>
            <p:nvPr/>
          </p:nvPicPr>
          <p:blipFill>
            <a:blip r:embed="rId4">
              <a:alphaModFix/>
            </a:blip>
            <a:stretch>
              <a:fillRect/>
            </a:stretch>
          </p:blipFill>
          <p:spPr>
            <a:xfrm>
              <a:off x="1076325" y="171900"/>
              <a:ext cx="537629" cy="421200"/>
            </a:xfrm>
            <a:prstGeom prst="rect">
              <a:avLst/>
            </a:prstGeom>
            <a:noFill/>
            <a:ln>
              <a:noFill/>
            </a:ln>
          </p:spPr>
        </p:pic>
        <p:pic>
          <p:nvPicPr>
            <p:cNvPr id="1635" name="Google Shape;1635;p207"/>
            <p:cNvPicPr preferRelativeResize="0"/>
            <p:nvPr/>
          </p:nvPicPr>
          <p:blipFill>
            <a:blip r:embed="rId4">
              <a:alphaModFix/>
            </a:blip>
            <a:stretch>
              <a:fillRect/>
            </a:stretch>
          </p:blipFill>
          <p:spPr>
            <a:xfrm>
              <a:off x="1857375" y="171900"/>
              <a:ext cx="537629" cy="421200"/>
            </a:xfrm>
            <a:prstGeom prst="rect">
              <a:avLst/>
            </a:prstGeom>
            <a:noFill/>
            <a:ln>
              <a:noFill/>
            </a:ln>
          </p:spPr>
        </p:pic>
        <p:pic>
          <p:nvPicPr>
            <p:cNvPr id="1636" name="Google Shape;1636;p207"/>
            <p:cNvPicPr preferRelativeResize="0"/>
            <p:nvPr/>
          </p:nvPicPr>
          <p:blipFill>
            <a:blip r:embed="rId4">
              <a:alphaModFix/>
            </a:blip>
            <a:stretch>
              <a:fillRect/>
            </a:stretch>
          </p:blipFill>
          <p:spPr>
            <a:xfrm>
              <a:off x="6781800" y="171900"/>
              <a:ext cx="537629" cy="421200"/>
            </a:xfrm>
            <a:prstGeom prst="rect">
              <a:avLst/>
            </a:prstGeom>
            <a:noFill/>
            <a:ln>
              <a:noFill/>
            </a:ln>
          </p:spPr>
        </p:pic>
        <p:pic>
          <p:nvPicPr>
            <p:cNvPr id="1637" name="Google Shape;1637;p207"/>
            <p:cNvPicPr preferRelativeResize="0"/>
            <p:nvPr/>
          </p:nvPicPr>
          <p:blipFill>
            <a:blip r:embed="rId4">
              <a:alphaModFix/>
            </a:blip>
            <a:stretch>
              <a:fillRect/>
            </a:stretch>
          </p:blipFill>
          <p:spPr>
            <a:xfrm>
              <a:off x="7562850" y="171900"/>
              <a:ext cx="537629" cy="421200"/>
            </a:xfrm>
            <a:prstGeom prst="rect">
              <a:avLst/>
            </a:prstGeom>
            <a:noFill/>
            <a:ln>
              <a:noFill/>
            </a:ln>
          </p:spPr>
        </p:pic>
        <p:pic>
          <p:nvPicPr>
            <p:cNvPr id="1638" name="Google Shape;1638;p207"/>
            <p:cNvPicPr preferRelativeResize="0"/>
            <p:nvPr/>
          </p:nvPicPr>
          <p:blipFill>
            <a:blip r:embed="rId4">
              <a:alphaModFix/>
            </a:blip>
            <a:stretch>
              <a:fillRect/>
            </a:stretch>
          </p:blipFill>
          <p:spPr>
            <a:xfrm>
              <a:off x="8343900" y="171900"/>
              <a:ext cx="537629" cy="421200"/>
            </a:xfrm>
            <a:prstGeom prst="rect">
              <a:avLst/>
            </a:prstGeom>
            <a:noFill/>
            <a:ln>
              <a:noFill/>
            </a:ln>
          </p:spPr>
        </p:pic>
      </p:grpSp>
      <p:grpSp>
        <p:nvGrpSpPr>
          <p:cNvPr id="1639" name="Google Shape;1639;p207"/>
          <p:cNvGrpSpPr/>
          <p:nvPr/>
        </p:nvGrpSpPr>
        <p:grpSpPr>
          <a:xfrm>
            <a:off x="295275" y="3418422"/>
            <a:ext cx="8586254" cy="421200"/>
            <a:chOff x="295275" y="171900"/>
            <a:chExt cx="8586254" cy="421200"/>
          </a:xfrm>
        </p:grpSpPr>
        <p:pic>
          <p:nvPicPr>
            <p:cNvPr id="1640" name="Google Shape;1640;p207"/>
            <p:cNvPicPr preferRelativeResize="0"/>
            <p:nvPr/>
          </p:nvPicPr>
          <p:blipFill>
            <a:blip r:embed="rId4">
              <a:alphaModFix/>
            </a:blip>
            <a:stretch>
              <a:fillRect/>
            </a:stretch>
          </p:blipFill>
          <p:spPr>
            <a:xfrm>
              <a:off x="295275" y="171900"/>
              <a:ext cx="537629" cy="421200"/>
            </a:xfrm>
            <a:prstGeom prst="rect">
              <a:avLst/>
            </a:prstGeom>
            <a:noFill/>
            <a:ln>
              <a:noFill/>
            </a:ln>
          </p:spPr>
        </p:pic>
        <p:pic>
          <p:nvPicPr>
            <p:cNvPr id="1641" name="Google Shape;1641;p207"/>
            <p:cNvPicPr preferRelativeResize="0"/>
            <p:nvPr/>
          </p:nvPicPr>
          <p:blipFill>
            <a:blip r:embed="rId4">
              <a:alphaModFix/>
            </a:blip>
            <a:stretch>
              <a:fillRect/>
            </a:stretch>
          </p:blipFill>
          <p:spPr>
            <a:xfrm>
              <a:off x="1076325" y="171900"/>
              <a:ext cx="537629" cy="421200"/>
            </a:xfrm>
            <a:prstGeom prst="rect">
              <a:avLst/>
            </a:prstGeom>
            <a:noFill/>
            <a:ln>
              <a:noFill/>
            </a:ln>
          </p:spPr>
        </p:pic>
        <p:pic>
          <p:nvPicPr>
            <p:cNvPr id="1642" name="Google Shape;1642;p207"/>
            <p:cNvPicPr preferRelativeResize="0"/>
            <p:nvPr/>
          </p:nvPicPr>
          <p:blipFill>
            <a:blip r:embed="rId4">
              <a:alphaModFix/>
            </a:blip>
            <a:stretch>
              <a:fillRect/>
            </a:stretch>
          </p:blipFill>
          <p:spPr>
            <a:xfrm>
              <a:off x="1857375" y="171900"/>
              <a:ext cx="537629" cy="421200"/>
            </a:xfrm>
            <a:prstGeom prst="rect">
              <a:avLst/>
            </a:prstGeom>
            <a:noFill/>
            <a:ln>
              <a:noFill/>
            </a:ln>
          </p:spPr>
        </p:pic>
        <p:pic>
          <p:nvPicPr>
            <p:cNvPr id="1643" name="Google Shape;1643;p207"/>
            <p:cNvPicPr preferRelativeResize="0"/>
            <p:nvPr/>
          </p:nvPicPr>
          <p:blipFill>
            <a:blip r:embed="rId4">
              <a:alphaModFix/>
            </a:blip>
            <a:stretch>
              <a:fillRect/>
            </a:stretch>
          </p:blipFill>
          <p:spPr>
            <a:xfrm>
              <a:off x="6781800" y="171900"/>
              <a:ext cx="537629" cy="421200"/>
            </a:xfrm>
            <a:prstGeom prst="rect">
              <a:avLst/>
            </a:prstGeom>
            <a:noFill/>
            <a:ln>
              <a:noFill/>
            </a:ln>
          </p:spPr>
        </p:pic>
        <p:pic>
          <p:nvPicPr>
            <p:cNvPr id="1644" name="Google Shape;1644;p207"/>
            <p:cNvPicPr preferRelativeResize="0"/>
            <p:nvPr/>
          </p:nvPicPr>
          <p:blipFill>
            <a:blip r:embed="rId4">
              <a:alphaModFix/>
            </a:blip>
            <a:stretch>
              <a:fillRect/>
            </a:stretch>
          </p:blipFill>
          <p:spPr>
            <a:xfrm>
              <a:off x="7562850" y="171900"/>
              <a:ext cx="537629" cy="421200"/>
            </a:xfrm>
            <a:prstGeom prst="rect">
              <a:avLst/>
            </a:prstGeom>
            <a:noFill/>
            <a:ln>
              <a:noFill/>
            </a:ln>
          </p:spPr>
        </p:pic>
        <p:pic>
          <p:nvPicPr>
            <p:cNvPr id="1645" name="Google Shape;1645;p207"/>
            <p:cNvPicPr preferRelativeResize="0"/>
            <p:nvPr/>
          </p:nvPicPr>
          <p:blipFill>
            <a:blip r:embed="rId4">
              <a:alphaModFix/>
            </a:blip>
            <a:stretch>
              <a:fillRect/>
            </a:stretch>
          </p:blipFill>
          <p:spPr>
            <a:xfrm>
              <a:off x="8343900" y="171900"/>
              <a:ext cx="537629" cy="421200"/>
            </a:xfrm>
            <a:prstGeom prst="rect">
              <a:avLst/>
            </a:prstGeom>
            <a:noFill/>
            <a:ln>
              <a:noFill/>
            </a:ln>
          </p:spPr>
        </p:pic>
      </p:grpSp>
      <p:grpSp>
        <p:nvGrpSpPr>
          <p:cNvPr id="1646" name="Google Shape;1646;p207"/>
          <p:cNvGrpSpPr/>
          <p:nvPr/>
        </p:nvGrpSpPr>
        <p:grpSpPr>
          <a:xfrm>
            <a:off x="295275" y="3939430"/>
            <a:ext cx="8586254" cy="421200"/>
            <a:chOff x="295275" y="171900"/>
            <a:chExt cx="8586254" cy="421200"/>
          </a:xfrm>
        </p:grpSpPr>
        <p:pic>
          <p:nvPicPr>
            <p:cNvPr id="1647" name="Google Shape;1647;p207"/>
            <p:cNvPicPr preferRelativeResize="0"/>
            <p:nvPr/>
          </p:nvPicPr>
          <p:blipFill>
            <a:blip r:embed="rId4">
              <a:alphaModFix/>
            </a:blip>
            <a:stretch>
              <a:fillRect/>
            </a:stretch>
          </p:blipFill>
          <p:spPr>
            <a:xfrm>
              <a:off x="295275" y="171900"/>
              <a:ext cx="537629" cy="421200"/>
            </a:xfrm>
            <a:prstGeom prst="rect">
              <a:avLst/>
            </a:prstGeom>
            <a:noFill/>
            <a:ln>
              <a:noFill/>
            </a:ln>
          </p:spPr>
        </p:pic>
        <p:pic>
          <p:nvPicPr>
            <p:cNvPr id="1648" name="Google Shape;1648;p207"/>
            <p:cNvPicPr preferRelativeResize="0"/>
            <p:nvPr/>
          </p:nvPicPr>
          <p:blipFill>
            <a:blip r:embed="rId4">
              <a:alphaModFix/>
            </a:blip>
            <a:stretch>
              <a:fillRect/>
            </a:stretch>
          </p:blipFill>
          <p:spPr>
            <a:xfrm>
              <a:off x="1076325" y="171900"/>
              <a:ext cx="537629" cy="421200"/>
            </a:xfrm>
            <a:prstGeom prst="rect">
              <a:avLst/>
            </a:prstGeom>
            <a:noFill/>
            <a:ln>
              <a:noFill/>
            </a:ln>
          </p:spPr>
        </p:pic>
        <p:pic>
          <p:nvPicPr>
            <p:cNvPr id="1649" name="Google Shape;1649;p207"/>
            <p:cNvPicPr preferRelativeResize="0"/>
            <p:nvPr/>
          </p:nvPicPr>
          <p:blipFill>
            <a:blip r:embed="rId4">
              <a:alphaModFix/>
            </a:blip>
            <a:stretch>
              <a:fillRect/>
            </a:stretch>
          </p:blipFill>
          <p:spPr>
            <a:xfrm>
              <a:off x="1857375" y="171900"/>
              <a:ext cx="537629" cy="421200"/>
            </a:xfrm>
            <a:prstGeom prst="rect">
              <a:avLst/>
            </a:prstGeom>
            <a:noFill/>
            <a:ln>
              <a:noFill/>
            </a:ln>
          </p:spPr>
        </p:pic>
        <p:pic>
          <p:nvPicPr>
            <p:cNvPr id="1650" name="Google Shape;1650;p207"/>
            <p:cNvPicPr preferRelativeResize="0"/>
            <p:nvPr/>
          </p:nvPicPr>
          <p:blipFill>
            <a:blip r:embed="rId4">
              <a:alphaModFix/>
            </a:blip>
            <a:stretch>
              <a:fillRect/>
            </a:stretch>
          </p:blipFill>
          <p:spPr>
            <a:xfrm>
              <a:off x="6781800" y="171900"/>
              <a:ext cx="537629" cy="421200"/>
            </a:xfrm>
            <a:prstGeom prst="rect">
              <a:avLst/>
            </a:prstGeom>
            <a:noFill/>
            <a:ln>
              <a:noFill/>
            </a:ln>
          </p:spPr>
        </p:pic>
        <p:pic>
          <p:nvPicPr>
            <p:cNvPr id="1651" name="Google Shape;1651;p207"/>
            <p:cNvPicPr preferRelativeResize="0"/>
            <p:nvPr/>
          </p:nvPicPr>
          <p:blipFill>
            <a:blip r:embed="rId4">
              <a:alphaModFix/>
            </a:blip>
            <a:stretch>
              <a:fillRect/>
            </a:stretch>
          </p:blipFill>
          <p:spPr>
            <a:xfrm>
              <a:off x="7562850" y="171900"/>
              <a:ext cx="537629" cy="421200"/>
            </a:xfrm>
            <a:prstGeom prst="rect">
              <a:avLst/>
            </a:prstGeom>
            <a:noFill/>
            <a:ln>
              <a:noFill/>
            </a:ln>
          </p:spPr>
        </p:pic>
        <p:pic>
          <p:nvPicPr>
            <p:cNvPr id="1652" name="Google Shape;1652;p207"/>
            <p:cNvPicPr preferRelativeResize="0"/>
            <p:nvPr/>
          </p:nvPicPr>
          <p:blipFill>
            <a:blip r:embed="rId4">
              <a:alphaModFix/>
            </a:blip>
            <a:stretch>
              <a:fillRect/>
            </a:stretch>
          </p:blipFill>
          <p:spPr>
            <a:xfrm>
              <a:off x="8343900" y="171900"/>
              <a:ext cx="537629" cy="421200"/>
            </a:xfrm>
            <a:prstGeom prst="rect">
              <a:avLst/>
            </a:prstGeom>
            <a:noFill/>
            <a:ln>
              <a:noFill/>
            </a:ln>
          </p:spPr>
        </p:pic>
      </p:grpSp>
      <p:grpSp>
        <p:nvGrpSpPr>
          <p:cNvPr id="1653" name="Google Shape;1653;p207"/>
          <p:cNvGrpSpPr/>
          <p:nvPr/>
        </p:nvGrpSpPr>
        <p:grpSpPr>
          <a:xfrm>
            <a:off x="295275" y="4460438"/>
            <a:ext cx="8586254" cy="421200"/>
            <a:chOff x="295275" y="171900"/>
            <a:chExt cx="8586254" cy="421200"/>
          </a:xfrm>
        </p:grpSpPr>
        <p:pic>
          <p:nvPicPr>
            <p:cNvPr id="1654" name="Google Shape;1654;p207"/>
            <p:cNvPicPr preferRelativeResize="0"/>
            <p:nvPr/>
          </p:nvPicPr>
          <p:blipFill>
            <a:blip r:embed="rId4">
              <a:alphaModFix/>
            </a:blip>
            <a:stretch>
              <a:fillRect/>
            </a:stretch>
          </p:blipFill>
          <p:spPr>
            <a:xfrm>
              <a:off x="295275" y="171900"/>
              <a:ext cx="537629" cy="421200"/>
            </a:xfrm>
            <a:prstGeom prst="rect">
              <a:avLst/>
            </a:prstGeom>
            <a:noFill/>
            <a:ln>
              <a:noFill/>
            </a:ln>
          </p:spPr>
        </p:pic>
        <p:pic>
          <p:nvPicPr>
            <p:cNvPr id="1655" name="Google Shape;1655;p207"/>
            <p:cNvPicPr preferRelativeResize="0"/>
            <p:nvPr/>
          </p:nvPicPr>
          <p:blipFill>
            <a:blip r:embed="rId4">
              <a:alphaModFix/>
            </a:blip>
            <a:stretch>
              <a:fillRect/>
            </a:stretch>
          </p:blipFill>
          <p:spPr>
            <a:xfrm>
              <a:off x="1076325" y="171900"/>
              <a:ext cx="537629" cy="421200"/>
            </a:xfrm>
            <a:prstGeom prst="rect">
              <a:avLst/>
            </a:prstGeom>
            <a:noFill/>
            <a:ln>
              <a:noFill/>
            </a:ln>
          </p:spPr>
        </p:pic>
        <p:pic>
          <p:nvPicPr>
            <p:cNvPr id="1656" name="Google Shape;1656;p207"/>
            <p:cNvPicPr preferRelativeResize="0"/>
            <p:nvPr/>
          </p:nvPicPr>
          <p:blipFill>
            <a:blip r:embed="rId4">
              <a:alphaModFix/>
            </a:blip>
            <a:stretch>
              <a:fillRect/>
            </a:stretch>
          </p:blipFill>
          <p:spPr>
            <a:xfrm>
              <a:off x="1857375" y="171900"/>
              <a:ext cx="537629" cy="421200"/>
            </a:xfrm>
            <a:prstGeom prst="rect">
              <a:avLst/>
            </a:prstGeom>
            <a:noFill/>
            <a:ln>
              <a:noFill/>
            </a:ln>
          </p:spPr>
        </p:pic>
        <p:pic>
          <p:nvPicPr>
            <p:cNvPr id="1657" name="Google Shape;1657;p207"/>
            <p:cNvPicPr preferRelativeResize="0"/>
            <p:nvPr/>
          </p:nvPicPr>
          <p:blipFill>
            <a:blip r:embed="rId4">
              <a:alphaModFix/>
            </a:blip>
            <a:stretch>
              <a:fillRect/>
            </a:stretch>
          </p:blipFill>
          <p:spPr>
            <a:xfrm>
              <a:off x="6781800" y="171900"/>
              <a:ext cx="537629" cy="421200"/>
            </a:xfrm>
            <a:prstGeom prst="rect">
              <a:avLst/>
            </a:prstGeom>
            <a:noFill/>
            <a:ln>
              <a:noFill/>
            </a:ln>
          </p:spPr>
        </p:pic>
        <p:pic>
          <p:nvPicPr>
            <p:cNvPr id="1658" name="Google Shape;1658;p207"/>
            <p:cNvPicPr preferRelativeResize="0"/>
            <p:nvPr/>
          </p:nvPicPr>
          <p:blipFill>
            <a:blip r:embed="rId4">
              <a:alphaModFix/>
            </a:blip>
            <a:stretch>
              <a:fillRect/>
            </a:stretch>
          </p:blipFill>
          <p:spPr>
            <a:xfrm>
              <a:off x="7562850" y="171900"/>
              <a:ext cx="537629" cy="421200"/>
            </a:xfrm>
            <a:prstGeom prst="rect">
              <a:avLst/>
            </a:prstGeom>
            <a:noFill/>
            <a:ln>
              <a:noFill/>
            </a:ln>
          </p:spPr>
        </p:pic>
        <p:pic>
          <p:nvPicPr>
            <p:cNvPr id="1659" name="Google Shape;1659;p207"/>
            <p:cNvPicPr preferRelativeResize="0"/>
            <p:nvPr/>
          </p:nvPicPr>
          <p:blipFill>
            <a:blip r:embed="rId4">
              <a:alphaModFix/>
            </a:blip>
            <a:stretch>
              <a:fillRect/>
            </a:stretch>
          </p:blipFill>
          <p:spPr>
            <a:xfrm>
              <a:off x="8343900" y="171900"/>
              <a:ext cx="537629" cy="421200"/>
            </a:xfrm>
            <a:prstGeom prst="rect">
              <a:avLst/>
            </a:prstGeom>
            <a:noFill/>
            <a:ln>
              <a:noFill/>
            </a:ln>
          </p:spPr>
        </p:pic>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3" name="Shape 1663"/>
        <p:cNvGrpSpPr/>
        <p:nvPr/>
      </p:nvGrpSpPr>
      <p:grpSpPr>
        <a:xfrm>
          <a:off x="0" y="0"/>
          <a:ext cx="0" cy="0"/>
          <a:chOff x="0" y="0"/>
          <a:chExt cx="0" cy="0"/>
        </a:xfrm>
      </p:grpSpPr>
      <p:sp>
        <p:nvSpPr>
          <p:cNvPr id="1664" name="Google Shape;1664;p208"/>
          <p:cNvSpPr txBox="1"/>
          <p:nvPr>
            <p:ph type="title"/>
          </p:nvPr>
        </p:nvSpPr>
        <p:spPr>
          <a:xfrm>
            <a:off x="0" y="37562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Single file export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8" name="Shape 1668"/>
        <p:cNvGrpSpPr/>
        <p:nvPr/>
      </p:nvGrpSpPr>
      <p:grpSpPr>
        <a:xfrm>
          <a:off x="0" y="0"/>
          <a:ext cx="0" cy="0"/>
          <a:chOff x="0" y="0"/>
          <a:chExt cx="0" cy="0"/>
        </a:xfrm>
      </p:grpSpPr>
      <p:sp>
        <p:nvSpPr>
          <p:cNvPr id="1669" name="Google Shape;1669;p209"/>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 minutes</a:t>
            </a:r>
            <a:endParaRPr/>
          </a:p>
        </p:txBody>
      </p:sp>
      <p:sp>
        <p:nvSpPr>
          <p:cNvPr id="1670" name="Google Shape;1670;p209"/>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Extracting data for offline analysis</a:t>
            </a:r>
            <a:endParaRPr/>
          </a:p>
        </p:txBody>
      </p:sp>
      <p:sp>
        <p:nvSpPr>
          <p:cNvPr id="1671" name="Google Shape;1671;p209"/>
          <p:cNvSpPr txBox="1"/>
          <p:nvPr>
            <p:ph idx="3" type="body"/>
          </p:nvPr>
        </p:nvSpPr>
        <p:spPr>
          <a:xfrm>
            <a:off x="914400" y="1176975"/>
            <a:ext cx="7315200" cy="2395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continue in your role as a digital forensics investigator working on the Pure Gold Credit Union case.</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Your task is to create export files for offline examination.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672" name="Google Shape;1672;p20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6" name="Shape 1676"/>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0" name="Shape 1680"/>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4" name="Shape 1684"/>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8" name="Shape 1688"/>
        <p:cNvGrpSpPr/>
        <p:nvPr/>
      </p:nvGrpSpPr>
      <p:grpSpPr>
        <a:xfrm>
          <a:off x="0" y="0"/>
          <a:ext cx="0" cy="0"/>
          <a:chOff x="0" y="0"/>
          <a:chExt cx="0" cy="0"/>
        </a:xfrm>
      </p:grpSpPr>
      <p:sp>
        <p:nvSpPr>
          <p:cNvPr id="1689" name="Google Shape;1689;p213"/>
          <p:cNvSpPr txBox="1"/>
          <p:nvPr>
            <p:ph idx="6"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Digital forensics</a:t>
            </a:r>
            <a:endParaRPr/>
          </a:p>
        </p:txBody>
      </p:sp>
      <p:sp>
        <p:nvSpPr>
          <p:cNvPr id="1690" name="Google Shape;1690;p213"/>
          <p:cNvSpPr/>
          <p:nvPr/>
        </p:nvSpPr>
        <p:spPr>
          <a:xfrm>
            <a:off x="275400" y="1053175"/>
            <a:ext cx="8731800" cy="39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91" name="Google Shape;1691;p213"/>
          <p:cNvSpPr/>
          <p:nvPr/>
        </p:nvSpPr>
        <p:spPr>
          <a:xfrm>
            <a:off x="1287175" y="1371600"/>
            <a:ext cx="7399500" cy="6075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2" name="Google Shape;1692;p213"/>
          <p:cNvSpPr/>
          <p:nvPr/>
        </p:nvSpPr>
        <p:spPr>
          <a:xfrm>
            <a:off x="1287175" y="2178875"/>
            <a:ext cx="7399500" cy="11478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93" name="Google Shape;1693;p213"/>
          <p:cNvGrpSpPr/>
          <p:nvPr/>
        </p:nvGrpSpPr>
        <p:grpSpPr>
          <a:xfrm>
            <a:off x="457200" y="1371604"/>
            <a:ext cx="776900" cy="459019"/>
            <a:chOff x="457200" y="1466425"/>
            <a:chExt cx="776900" cy="486300"/>
          </a:xfrm>
        </p:grpSpPr>
        <p:sp>
          <p:nvSpPr>
            <p:cNvPr id="1694" name="Google Shape;1694;p213"/>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1695" name="Google Shape;1695;p213"/>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696" name="Google Shape;1696;p213"/>
          <p:cNvGrpSpPr/>
          <p:nvPr/>
        </p:nvGrpSpPr>
        <p:grpSpPr>
          <a:xfrm>
            <a:off x="457200" y="2178880"/>
            <a:ext cx="776900" cy="486300"/>
            <a:chOff x="457200" y="1466425"/>
            <a:chExt cx="776900" cy="486300"/>
          </a:xfrm>
        </p:grpSpPr>
        <p:sp>
          <p:nvSpPr>
            <p:cNvPr id="1697" name="Google Shape;1697;p213"/>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1698" name="Google Shape;1698;p213"/>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699" name="Google Shape;1699;p213"/>
          <p:cNvSpPr txBox="1"/>
          <p:nvPr/>
        </p:nvSpPr>
        <p:spPr>
          <a:xfrm>
            <a:off x="1363450" y="1307975"/>
            <a:ext cx="7339200" cy="671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As a digital forensics investigator, you will work as part of a team </a:t>
            </a:r>
            <a:br>
              <a:rPr lang="en" sz="1800">
                <a:solidFill>
                  <a:srgbClr val="082D49"/>
                </a:solidFill>
                <a:latin typeface="Roboto"/>
                <a:ea typeface="Roboto"/>
                <a:cs typeface="Roboto"/>
                <a:sym typeface="Roboto"/>
              </a:rPr>
            </a:br>
            <a:r>
              <a:rPr lang="en" sz="1800">
                <a:solidFill>
                  <a:srgbClr val="082D49"/>
                </a:solidFill>
                <a:latin typeface="Roboto"/>
                <a:ea typeface="Roboto"/>
                <a:cs typeface="Roboto"/>
                <a:sym typeface="Roboto"/>
              </a:rPr>
              <a:t>that consists of a large collaborative effort.</a:t>
            </a:r>
            <a:endParaRPr sz="1800">
              <a:solidFill>
                <a:srgbClr val="082D49"/>
              </a:solidFill>
              <a:latin typeface="Roboto"/>
              <a:ea typeface="Roboto"/>
              <a:cs typeface="Roboto"/>
              <a:sym typeface="Roboto"/>
            </a:endParaRPr>
          </a:p>
        </p:txBody>
      </p:sp>
      <p:sp>
        <p:nvSpPr>
          <p:cNvPr id="1700" name="Google Shape;1700;p213"/>
          <p:cNvSpPr txBox="1"/>
          <p:nvPr/>
        </p:nvSpPr>
        <p:spPr>
          <a:xfrm>
            <a:off x="1363450" y="2527838"/>
            <a:ext cx="7339200" cy="329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It's critical, as a digital forensics investigator, to understand how </a:t>
            </a:r>
            <a:br>
              <a:rPr lang="en" sz="1800">
                <a:solidFill>
                  <a:srgbClr val="082D49"/>
                </a:solidFill>
                <a:latin typeface="Roboto"/>
                <a:ea typeface="Roboto"/>
                <a:cs typeface="Roboto"/>
                <a:sym typeface="Roboto"/>
              </a:rPr>
            </a:br>
            <a:r>
              <a:rPr lang="en" sz="1800">
                <a:solidFill>
                  <a:srgbClr val="082D49"/>
                </a:solidFill>
                <a:latin typeface="Roboto"/>
                <a:ea typeface="Roboto"/>
                <a:cs typeface="Roboto"/>
                <a:sym typeface="Roboto"/>
              </a:rPr>
              <a:t>to use tools such as Autopsy and how to export data so that other team members can perform offline analysis of evidence.</a:t>
            </a:r>
            <a:endParaRPr sz="1800">
              <a:solidFill>
                <a:srgbClr val="082D49"/>
              </a:solidFill>
              <a:latin typeface="Roboto"/>
              <a:ea typeface="Roboto"/>
              <a:cs typeface="Roboto"/>
              <a:sym typeface="Roboto"/>
            </a:endParaRPr>
          </a:p>
        </p:txBody>
      </p:sp>
      <p:sp>
        <p:nvSpPr>
          <p:cNvPr id="1701" name="Google Shape;1701;p213"/>
          <p:cNvSpPr/>
          <p:nvPr/>
        </p:nvSpPr>
        <p:spPr>
          <a:xfrm>
            <a:off x="1287250" y="3601425"/>
            <a:ext cx="7399500" cy="6711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02" name="Google Shape;1702;p213"/>
          <p:cNvGrpSpPr/>
          <p:nvPr/>
        </p:nvGrpSpPr>
        <p:grpSpPr>
          <a:xfrm>
            <a:off x="457263" y="3601429"/>
            <a:ext cx="776900" cy="459019"/>
            <a:chOff x="457200" y="1466425"/>
            <a:chExt cx="776900" cy="486300"/>
          </a:xfrm>
        </p:grpSpPr>
        <p:sp>
          <p:nvSpPr>
            <p:cNvPr id="1703" name="Google Shape;1703;p213"/>
            <p:cNvSpPr/>
            <p:nvPr/>
          </p:nvSpPr>
          <p:spPr>
            <a:xfrm>
              <a:off x="457200" y="1466425"/>
              <a:ext cx="695400" cy="486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lang="en" sz="3000">
                  <a:solidFill>
                    <a:srgbClr val="082D49"/>
                  </a:solidFill>
                  <a:latin typeface="Roboto"/>
                  <a:ea typeface="Roboto"/>
                  <a:cs typeface="Roboto"/>
                  <a:sym typeface="Roboto"/>
                </a:rPr>
                <a:t>03</a:t>
              </a:r>
              <a:endParaRPr b="0" i="0" sz="3000" u="none" cap="none" strike="noStrike">
                <a:solidFill>
                  <a:srgbClr val="082D49"/>
                </a:solidFill>
                <a:latin typeface="Roboto"/>
                <a:ea typeface="Roboto"/>
                <a:cs typeface="Roboto"/>
                <a:sym typeface="Roboto"/>
              </a:endParaRPr>
            </a:p>
          </p:txBody>
        </p:sp>
        <p:sp>
          <p:nvSpPr>
            <p:cNvPr id="1704" name="Google Shape;1704;p213"/>
            <p:cNvSpPr/>
            <p:nvPr/>
          </p:nvSpPr>
          <p:spPr>
            <a:xfrm rot="5400000">
              <a:off x="973100" y="1624950"/>
              <a:ext cx="33337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705" name="Google Shape;1705;p213"/>
          <p:cNvSpPr txBox="1"/>
          <p:nvPr/>
        </p:nvSpPr>
        <p:spPr>
          <a:xfrm>
            <a:off x="1363450" y="3554050"/>
            <a:ext cx="7139400" cy="671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Tagging evidence helps categorize and label evidence that has already been screened.</a:t>
            </a:r>
            <a:endParaRPr sz="1800">
              <a:solidFill>
                <a:srgbClr val="082D49"/>
              </a:solidFill>
              <a:latin typeface="Roboto"/>
              <a:ea typeface="Roboto"/>
              <a:cs typeface="Roboto"/>
              <a:sym typeface="Roboto"/>
            </a:endParaRPr>
          </a:p>
        </p:txBody>
      </p:sp>
      <p:sp>
        <p:nvSpPr>
          <p:cNvPr id="1706" name="Google Shape;1706;p213"/>
          <p:cNvSpPr/>
          <p:nvPr/>
        </p:nvSpPr>
        <p:spPr>
          <a:xfrm>
            <a:off x="1287313" y="4382275"/>
            <a:ext cx="7399500" cy="6075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07" name="Google Shape;1707;p213"/>
          <p:cNvGrpSpPr/>
          <p:nvPr/>
        </p:nvGrpSpPr>
        <p:grpSpPr>
          <a:xfrm>
            <a:off x="457338" y="4382279"/>
            <a:ext cx="776900" cy="459019"/>
            <a:chOff x="457200" y="1466425"/>
            <a:chExt cx="776900" cy="486300"/>
          </a:xfrm>
        </p:grpSpPr>
        <p:sp>
          <p:nvSpPr>
            <p:cNvPr id="1708" name="Google Shape;1708;p213"/>
            <p:cNvSpPr/>
            <p:nvPr/>
          </p:nvSpPr>
          <p:spPr>
            <a:xfrm>
              <a:off x="457200" y="1466425"/>
              <a:ext cx="695400" cy="4863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a:t>
              </a:r>
              <a:r>
                <a:rPr lang="en" sz="3000">
                  <a:solidFill>
                    <a:srgbClr val="082D49"/>
                  </a:solidFill>
                  <a:latin typeface="Roboto"/>
                  <a:ea typeface="Roboto"/>
                  <a:cs typeface="Roboto"/>
                  <a:sym typeface="Roboto"/>
                </a:rPr>
                <a:t>4</a:t>
              </a:r>
              <a:endParaRPr b="0" i="0" sz="3000" u="none" cap="none" strike="noStrike">
                <a:solidFill>
                  <a:srgbClr val="082D49"/>
                </a:solidFill>
                <a:latin typeface="Roboto"/>
                <a:ea typeface="Roboto"/>
                <a:cs typeface="Roboto"/>
                <a:sym typeface="Roboto"/>
              </a:endParaRPr>
            </a:p>
          </p:txBody>
        </p:sp>
        <p:sp>
          <p:nvSpPr>
            <p:cNvPr id="1709" name="Google Shape;1709;p213"/>
            <p:cNvSpPr/>
            <p:nvPr/>
          </p:nvSpPr>
          <p:spPr>
            <a:xfrm rot="5400000">
              <a:off x="973100" y="1624950"/>
              <a:ext cx="333375" cy="188625"/>
            </a:xfrm>
            <a:prstGeom prst="flowChartExtra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710" name="Google Shape;1710;p213"/>
          <p:cNvSpPr txBox="1"/>
          <p:nvPr/>
        </p:nvSpPr>
        <p:spPr>
          <a:xfrm>
            <a:off x="1363588" y="4318650"/>
            <a:ext cx="7339200" cy="671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This eliminates double work and helps other investigative team members continue your work if you become unavailable.</a:t>
            </a:r>
            <a:endParaRPr sz="1800">
              <a:solidFill>
                <a:srgbClr val="082D49"/>
              </a:solidFill>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4" name="Shape 1714"/>
        <p:cNvGrpSpPr/>
        <p:nvPr/>
      </p:nvGrpSpPr>
      <p:grpSpPr>
        <a:xfrm>
          <a:off x="0" y="0"/>
          <a:ext cx="0" cy="0"/>
          <a:chOff x="0" y="0"/>
          <a:chExt cx="0" cy="0"/>
        </a:xfrm>
      </p:grpSpPr>
      <p:sp>
        <p:nvSpPr>
          <p:cNvPr id="1715" name="Google Shape;1715;p214"/>
          <p:cNvSpPr txBox="1"/>
          <p:nvPr>
            <p:ph idx="1" type="subTitle"/>
          </p:nvPr>
        </p:nvSpPr>
        <p:spPr>
          <a:xfrm>
            <a:off x="457200" y="3746925"/>
            <a:ext cx="8229600" cy="900600"/>
          </a:xfrm>
          <a:prstGeom prst="rect">
            <a:avLst/>
          </a:prstGeom>
        </p:spPr>
        <p:txBody>
          <a:bodyPr anchorCtr="0" anchor="ctr" bIns="91425" lIns="0" spcFirstLastPara="1" rIns="91425" wrap="square" tIns="0">
            <a:noAutofit/>
          </a:bodyPr>
          <a:lstStyle/>
          <a:p>
            <a:pPr indent="0" lvl="0" marL="0" rtl="0" algn="ctr">
              <a:spcBef>
                <a:spcPts val="0"/>
              </a:spcBef>
              <a:spcAft>
                <a:spcPts val="0"/>
              </a:spcAft>
              <a:buNone/>
            </a:pPr>
            <a:r>
              <a:rPr lang="en" sz="2200"/>
              <a:t>We will continue our investigation by analyzing </a:t>
            </a:r>
            <a:br>
              <a:rPr lang="en" sz="2200"/>
            </a:br>
            <a:r>
              <a:rPr lang="en" sz="2200"/>
              <a:t>email messages, SMS messages, and web history.</a:t>
            </a:r>
            <a:endParaRPr b="1" baseline="-25000" sz="22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9" name="Shape 171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